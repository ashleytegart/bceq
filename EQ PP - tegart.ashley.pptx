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1"/>
  </p:notesMasterIdLst>
  <p:sldIdLst>
    <p:sldId id="256" r:id="rId2"/>
    <p:sldId id="257" r:id="rId3"/>
    <p:sldId id="293" r:id="rId4"/>
    <p:sldId id="294" r:id="rId5"/>
    <p:sldId id="296" r:id="rId6"/>
    <p:sldId id="307" r:id="rId7"/>
    <p:sldId id="297" r:id="rId8"/>
    <p:sldId id="309" r:id="rId9"/>
    <p:sldId id="303" r:id="rId10"/>
  </p:sldIdLst>
  <p:sldSz cx="19010313" cy="10693400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4" userDrawn="1">
          <p15:clr>
            <a:srgbClr val="A4A3A4"/>
          </p15:clr>
        </p15:guide>
        <p15:guide id="2" pos="11460" userDrawn="1">
          <p15:clr>
            <a:srgbClr val="A4A3A4"/>
          </p15:clr>
        </p15:guide>
        <p15:guide id="4" orient="horz" pos="4952" userDrawn="1">
          <p15:clr>
            <a:srgbClr val="A4A3A4"/>
          </p15:clr>
        </p15:guide>
        <p15:guide id="5" pos="660" userDrawn="1">
          <p15:clr>
            <a:srgbClr val="A4A3A4"/>
          </p15:clr>
        </p15:guide>
        <p15:guide id="6" pos="59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200"/>
    <a:srgbClr val="FFA100"/>
    <a:srgbClr val="FFBF00"/>
    <a:srgbClr val="009EF3"/>
    <a:srgbClr val="E3B525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7A6453-622F-402B-82F1-CC2794C4FA15}" v="425" dt="2024-10-17T06:08:23.05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2465" autoAdjust="0"/>
  </p:normalViewPr>
  <p:slideViewPr>
    <p:cSldViewPr>
      <p:cViewPr>
        <p:scale>
          <a:sx n="50" d="100"/>
          <a:sy n="50" d="100"/>
        </p:scale>
        <p:origin x="274" y="53"/>
      </p:cViewPr>
      <p:guideLst>
        <p:guide orient="horz" pos="344"/>
        <p:guide pos="11460"/>
        <p:guide orient="horz" pos="4952"/>
        <p:guide pos="660"/>
        <p:guide pos="59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ley Tegart" userId="b2658386-7ff3-4265-9ab4-c29f86c3dfa7" providerId="ADAL" clId="{1B7A6453-622F-402B-82F1-CC2794C4FA15}"/>
    <pc:docChg chg="undo redo custSel addSld delSld modSld sldOrd">
      <pc:chgData name="Ashley Tegart" userId="b2658386-7ff3-4265-9ab4-c29f86c3dfa7" providerId="ADAL" clId="{1B7A6453-622F-402B-82F1-CC2794C4FA15}" dt="2024-10-17T06:10:21.999" v="9726" actId="478"/>
      <pc:docMkLst>
        <pc:docMk/>
      </pc:docMkLst>
      <pc:sldChg chg="addSp delSp modSp mod">
        <pc:chgData name="Ashley Tegart" userId="b2658386-7ff3-4265-9ab4-c29f86c3dfa7" providerId="ADAL" clId="{1B7A6453-622F-402B-82F1-CC2794C4FA15}" dt="2024-10-15T15:20:15.873" v="6098" actId="1076"/>
        <pc:sldMkLst>
          <pc:docMk/>
          <pc:sldMk cId="0" sldId="256"/>
        </pc:sldMkLst>
        <pc:spChg chg="mod">
          <ac:chgData name="Ashley Tegart" userId="b2658386-7ff3-4265-9ab4-c29f86c3dfa7" providerId="ADAL" clId="{1B7A6453-622F-402B-82F1-CC2794C4FA15}" dt="2024-10-09T16:50:46.614" v="2381" actId="2711"/>
          <ac:spMkLst>
            <pc:docMk/>
            <pc:sldMk cId="0" sldId="256"/>
            <ac:spMk id="2" creationId="{00000000-0000-0000-0000-000000000000}"/>
          </ac:spMkLst>
        </pc:spChg>
        <pc:spChg chg="mod">
          <ac:chgData name="Ashley Tegart" userId="b2658386-7ff3-4265-9ab4-c29f86c3dfa7" providerId="ADAL" clId="{1B7A6453-622F-402B-82F1-CC2794C4FA15}" dt="2024-10-09T16:50:46.614" v="2381" actId="2711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Ashley Tegart" userId="b2658386-7ff3-4265-9ab4-c29f86c3dfa7" providerId="ADAL" clId="{1B7A6453-622F-402B-82F1-CC2794C4FA15}" dt="2024-10-15T15:20:01.784" v="6094" actId="1076"/>
          <ac:spMkLst>
            <pc:docMk/>
            <pc:sldMk cId="0" sldId="256"/>
            <ac:spMk id="4" creationId="{DB641AB5-C0FD-F286-A4F0-09DC4B8A39FC}"/>
          </ac:spMkLst>
        </pc:spChg>
        <pc:spChg chg="del mod">
          <ac:chgData name="Ashley Tegart" userId="b2658386-7ff3-4265-9ab4-c29f86c3dfa7" providerId="ADAL" clId="{1B7A6453-622F-402B-82F1-CC2794C4FA15}" dt="2024-10-09T20:28:45.838" v="4120" actId="478"/>
          <ac:spMkLst>
            <pc:docMk/>
            <pc:sldMk cId="0" sldId="256"/>
            <ac:spMk id="8" creationId="{00000000-0000-0000-0000-000000000000}"/>
          </ac:spMkLst>
        </pc:spChg>
        <pc:spChg chg="del mod">
          <ac:chgData name="Ashley Tegart" userId="b2658386-7ff3-4265-9ab4-c29f86c3dfa7" providerId="ADAL" clId="{1B7A6453-622F-402B-82F1-CC2794C4FA15}" dt="2024-10-09T20:28:10.116" v="4113" actId="478"/>
          <ac:spMkLst>
            <pc:docMk/>
            <pc:sldMk cId="0" sldId="256"/>
            <ac:spMk id="17" creationId="{2F31F982-D438-46AB-BD9D-77E9CE8DFD27}"/>
          </ac:spMkLst>
        </pc:spChg>
        <pc:spChg chg="mod">
          <ac:chgData name="Ashley Tegart" userId="b2658386-7ff3-4265-9ab4-c29f86c3dfa7" providerId="ADAL" clId="{1B7A6453-622F-402B-82F1-CC2794C4FA15}" dt="2024-10-15T15:20:15.873" v="6098" actId="1076"/>
          <ac:spMkLst>
            <pc:docMk/>
            <pc:sldMk cId="0" sldId="256"/>
            <ac:spMk id="18" creationId="{00000000-0000-0000-0000-000000000000}"/>
          </ac:spMkLst>
        </pc:spChg>
        <pc:spChg chg="del mod ord">
          <ac:chgData name="Ashley Tegart" userId="b2658386-7ff3-4265-9ab4-c29f86c3dfa7" providerId="ADAL" clId="{1B7A6453-622F-402B-82F1-CC2794C4FA15}" dt="2024-10-09T20:32:42.672" v="4150" actId="478"/>
          <ac:spMkLst>
            <pc:docMk/>
            <pc:sldMk cId="0" sldId="256"/>
            <ac:spMk id="19" creationId="{00000000-0000-0000-0000-000000000000}"/>
          </ac:spMkLst>
        </pc:spChg>
        <pc:spChg chg="mod">
          <ac:chgData name="Ashley Tegart" userId="b2658386-7ff3-4265-9ab4-c29f86c3dfa7" providerId="ADAL" clId="{1B7A6453-622F-402B-82F1-CC2794C4FA15}" dt="2024-10-15T15:20:12.467" v="6097" actId="107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Ashley Tegart" userId="b2658386-7ff3-4265-9ab4-c29f86c3dfa7" providerId="ADAL" clId="{1B7A6453-622F-402B-82F1-CC2794C4FA15}" dt="2024-10-09T16:50:46.614" v="2381" actId="2711"/>
          <ac:spMkLst>
            <pc:docMk/>
            <pc:sldMk cId="0" sldId="256"/>
            <ac:spMk id="22" creationId="{3708B453-DDCE-42C1-9AB9-A8D5DDCA46AD}"/>
          </ac:spMkLst>
        </pc:spChg>
        <pc:spChg chg="mod">
          <ac:chgData name="Ashley Tegart" userId="b2658386-7ff3-4265-9ab4-c29f86c3dfa7" providerId="ADAL" clId="{1B7A6453-622F-402B-82F1-CC2794C4FA15}" dt="2024-10-09T16:50:46.614" v="2381" actId="2711"/>
          <ac:spMkLst>
            <pc:docMk/>
            <pc:sldMk cId="0" sldId="256"/>
            <ac:spMk id="23" creationId="{7D360C87-DA57-4F00-96B5-35199AD11657}"/>
          </ac:spMkLst>
        </pc:spChg>
        <pc:grpChg chg="mod">
          <ac:chgData name="Ashley Tegart" userId="b2658386-7ff3-4265-9ab4-c29f86c3dfa7" providerId="ADAL" clId="{1B7A6453-622F-402B-82F1-CC2794C4FA15}" dt="2024-10-09T20:29:18.875" v="4124" actId="1076"/>
          <ac:grpSpMkLst>
            <pc:docMk/>
            <pc:sldMk cId="0" sldId="256"/>
            <ac:grpSpMk id="24" creationId="{20F95502-65C6-482A-9B40-DDCB8DAA9D75}"/>
          </ac:grpSpMkLst>
        </pc:grpChg>
        <pc:graphicFrameChg chg="add del mod">
          <ac:chgData name="Ashley Tegart" userId="b2658386-7ff3-4265-9ab4-c29f86c3dfa7" providerId="ADAL" clId="{1B7A6453-622F-402B-82F1-CC2794C4FA15}" dt="2024-10-09T20:28:07.171" v="4111" actId="478"/>
          <ac:graphicFrameMkLst>
            <pc:docMk/>
            <pc:sldMk cId="0" sldId="256"/>
            <ac:graphicFrameMk id="4" creationId="{C86CDA7B-A042-8400-0A95-2849ED2D3A3A}"/>
          </ac:graphicFrameMkLst>
        </pc:graphicFrameChg>
        <pc:graphicFrameChg chg="del">
          <ac:chgData name="Ashley Tegart" userId="b2658386-7ff3-4265-9ab4-c29f86c3dfa7" providerId="ADAL" clId="{1B7A6453-622F-402B-82F1-CC2794C4FA15}" dt="2024-10-09T16:49:08.156" v="2361" actId="478"/>
          <ac:graphicFrameMkLst>
            <pc:docMk/>
            <pc:sldMk cId="0" sldId="256"/>
            <ac:graphicFrameMk id="9" creationId="{6C834331-EE40-451D-8117-3AAA3C3C3A20}"/>
          </ac:graphicFrameMkLst>
        </pc:graphicFrameChg>
        <pc:picChg chg="add del mod ord">
          <ac:chgData name="Ashley Tegart" userId="b2658386-7ff3-4265-9ab4-c29f86c3dfa7" providerId="ADAL" clId="{1B7A6453-622F-402B-82F1-CC2794C4FA15}" dt="2024-10-09T20:30:42.859" v="4125" actId="478"/>
          <ac:picMkLst>
            <pc:docMk/>
            <pc:sldMk cId="0" sldId="256"/>
            <ac:picMk id="5" creationId="{D49E7FCD-CEAD-D2C5-6869-2BD512280C34}"/>
          </ac:picMkLst>
        </pc:picChg>
        <pc:picChg chg="add mod ord">
          <ac:chgData name="Ashley Tegart" userId="b2658386-7ff3-4265-9ab4-c29f86c3dfa7" providerId="ADAL" clId="{1B7A6453-622F-402B-82F1-CC2794C4FA15}" dt="2024-10-15T15:20:05.279" v="6096" actId="1076"/>
          <ac:picMkLst>
            <pc:docMk/>
            <pc:sldMk cId="0" sldId="256"/>
            <ac:picMk id="7" creationId="{66384197-4DD9-4AA9-21A0-E53D5FC7CF3E}"/>
          </ac:picMkLst>
        </pc:picChg>
      </pc:sldChg>
      <pc:sldChg chg="addSp delSp modSp mod">
        <pc:chgData name="Ashley Tegart" userId="b2658386-7ff3-4265-9ab4-c29f86c3dfa7" providerId="ADAL" clId="{1B7A6453-622F-402B-82F1-CC2794C4FA15}" dt="2024-10-17T05:23:47.118" v="8633" actId="207"/>
        <pc:sldMkLst>
          <pc:docMk/>
          <pc:sldMk cId="0" sldId="257"/>
        </pc:sldMkLst>
        <pc:spChg chg="mod">
          <ac:chgData name="Ashley Tegart" userId="b2658386-7ff3-4265-9ab4-c29f86c3dfa7" providerId="ADAL" clId="{1B7A6453-622F-402B-82F1-CC2794C4FA15}" dt="2024-10-17T05:23:47.118" v="8633" actId="207"/>
          <ac:spMkLst>
            <pc:docMk/>
            <pc:sldMk cId="0" sldId="257"/>
            <ac:spMk id="2" creationId="{6505610B-C784-9C77-E496-4578A2CC19A4}"/>
          </ac:spMkLst>
        </pc:spChg>
        <pc:spChg chg="mod">
          <ac:chgData name="Ashley Tegart" userId="b2658386-7ff3-4265-9ab4-c29f86c3dfa7" providerId="ADAL" clId="{1B7A6453-622F-402B-82F1-CC2794C4FA15}" dt="2024-10-17T05:23:47.118" v="8633" actId="207"/>
          <ac:spMkLst>
            <pc:docMk/>
            <pc:sldMk cId="0" sldId="257"/>
            <ac:spMk id="3" creationId="{CB0CCD7C-0F20-3518-B637-450F38B1594E}"/>
          </ac:spMkLst>
        </pc:spChg>
        <pc:spChg chg="mod">
          <ac:chgData name="Ashley Tegart" userId="b2658386-7ff3-4265-9ab4-c29f86c3dfa7" providerId="ADAL" clId="{1B7A6453-622F-402B-82F1-CC2794C4FA15}" dt="2024-10-17T05:23:47.118" v="8633" actId="207"/>
          <ac:spMkLst>
            <pc:docMk/>
            <pc:sldMk cId="0" sldId="257"/>
            <ac:spMk id="4" creationId="{6D51EEFB-0DC3-70D2-CAFB-3B8A1015EB01}"/>
          </ac:spMkLst>
        </pc:spChg>
        <pc:spChg chg="mod">
          <ac:chgData name="Ashley Tegart" userId="b2658386-7ff3-4265-9ab4-c29f86c3dfa7" providerId="ADAL" clId="{1B7A6453-622F-402B-82F1-CC2794C4FA15}" dt="2024-10-17T05:23:47.118" v="8633" actId="207"/>
          <ac:spMkLst>
            <pc:docMk/>
            <pc:sldMk cId="0" sldId="257"/>
            <ac:spMk id="6" creationId="{8C4C88A1-62E3-5C2F-46A0-A95733923248}"/>
          </ac:spMkLst>
        </pc:spChg>
        <pc:spChg chg="mod">
          <ac:chgData name="Ashley Tegart" userId="b2658386-7ff3-4265-9ab4-c29f86c3dfa7" providerId="ADAL" clId="{1B7A6453-622F-402B-82F1-CC2794C4FA15}" dt="2024-10-17T05:23:47.118" v="8633" actId="20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Ashley Tegart" userId="b2658386-7ff3-4265-9ab4-c29f86c3dfa7" providerId="ADAL" clId="{1B7A6453-622F-402B-82F1-CC2794C4FA15}" dt="2024-10-17T05:23:47.118" v="8633" actId="20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Ashley Tegart" userId="b2658386-7ff3-4265-9ab4-c29f86c3dfa7" providerId="ADAL" clId="{1B7A6453-622F-402B-82F1-CC2794C4FA15}" dt="2024-10-17T05:23:47.118" v="8633" actId="207"/>
          <ac:spMkLst>
            <pc:docMk/>
            <pc:sldMk cId="0" sldId="257"/>
            <ac:spMk id="13" creationId="{546E5A26-69AA-D4B8-727C-CC77A1F01E55}"/>
          </ac:spMkLst>
        </pc:spChg>
        <pc:spChg chg="mod">
          <ac:chgData name="Ashley Tegart" userId="b2658386-7ff3-4265-9ab4-c29f86c3dfa7" providerId="ADAL" clId="{1B7A6453-622F-402B-82F1-CC2794C4FA15}" dt="2024-10-17T05:23:47.118" v="8633" actId="207"/>
          <ac:spMkLst>
            <pc:docMk/>
            <pc:sldMk cId="0" sldId="257"/>
            <ac:spMk id="16" creationId="{1C701DBE-C124-DC16-3FFE-5B3DCD60EA05}"/>
          </ac:spMkLst>
        </pc:spChg>
        <pc:spChg chg="mod">
          <ac:chgData name="Ashley Tegart" userId="b2658386-7ff3-4265-9ab4-c29f86c3dfa7" providerId="ADAL" clId="{1B7A6453-622F-402B-82F1-CC2794C4FA15}" dt="2024-10-17T05:23:47.118" v="8633" actId="207"/>
          <ac:spMkLst>
            <pc:docMk/>
            <pc:sldMk cId="0" sldId="257"/>
            <ac:spMk id="22" creationId="{00000000-0000-0000-0000-000000000000}"/>
          </ac:spMkLst>
        </pc:spChg>
        <pc:spChg chg="mod">
          <ac:chgData name="Ashley Tegart" userId="b2658386-7ff3-4265-9ab4-c29f86c3dfa7" providerId="ADAL" clId="{1B7A6453-622F-402B-82F1-CC2794C4FA15}" dt="2024-10-17T05:23:47.118" v="8633" actId="20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Ashley Tegart" userId="b2658386-7ff3-4265-9ab4-c29f86c3dfa7" providerId="ADAL" clId="{1B7A6453-622F-402B-82F1-CC2794C4FA15}" dt="2024-10-17T05:23:47.118" v="8633" actId="207"/>
          <ac:spMkLst>
            <pc:docMk/>
            <pc:sldMk cId="0" sldId="257"/>
            <ac:spMk id="24" creationId="{00000000-0000-0000-0000-000000000000}"/>
          </ac:spMkLst>
        </pc:spChg>
        <pc:spChg chg="mod">
          <ac:chgData name="Ashley Tegart" userId="b2658386-7ff3-4265-9ab4-c29f86c3dfa7" providerId="ADAL" clId="{1B7A6453-622F-402B-82F1-CC2794C4FA15}" dt="2024-10-17T05:23:47.118" v="8633" actId="207"/>
          <ac:spMkLst>
            <pc:docMk/>
            <pc:sldMk cId="0" sldId="257"/>
            <ac:spMk id="53" creationId="{6DB0E343-9628-4235-8038-621A98D250CA}"/>
          </ac:spMkLst>
        </pc:spChg>
        <pc:spChg chg="mod">
          <ac:chgData name="Ashley Tegart" userId="b2658386-7ff3-4265-9ab4-c29f86c3dfa7" providerId="ADAL" clId="{1B7A6453-622F-402B-82F1-CC2794C4FA15}" dt="2024-10-17T05:23:47.118" v="8633" actId="207"/>
          <ac:spMkLst>
            <pc:docMk/>
            <pc:sldMk cId="0" sldId="257"/>
            <ac:spMk id="54" creationId="{CF5C245D-05EF-4DFD-8810-E437FF667919}"/>
          </ac:spMkLst>
        </pc:spChg>
        <pc:spChg chg="mod">
          <ac:chgData name="Ashley Tegart" userId="b2658386-7ff3-4265-9ab4-c29f86c3dfa7" providerId="ADAL" clId="{1B7A6453-622F-402B-82F1-CC2794C4FA15}" dt="2024-10-17T05:23:47.118" v="8633" actId="207"/>
          <ac:spMkLst>
            <pc:docMk/>
            <pc:sldMk cId="0" sldId="257"/>
            <ac:spMk id="55" creationId="{290C40E7-4402-4FD6-90CE-5CDF3FC9D08D}"/>
          </ac:spMkLst>
        </pc:spChg>
        <pc:spChg chg="mod">
          <ac:chgData name="Ashley Tegart" userId="b2658386-7ff3-4265-9ab4-c29f86c3dfa7" providerId="ADAL" clId="{1B7A6453-622F-402B-82F1-CC2794C4FA15}" dt="2024-10-17T05:23:47.118" v="8633" actId="207"/>
          <ac:spMkLst>
            <pc:docMk/>
            <pc:sldMk cId="0" sldId="257"/>
            <ac:spMk id="57" creationId="{52033DA7-B496-435D-A3DB-E45BD45E4B7C}"/>
          </ac:spMkLst>
        </pc:spChg>
        <pc:spChg chg="mod">
          <ac:chgData name="Ashley Tegart" userId="b2658386-7ff3-4265-9ab4-c29f86c3dfa7" providerId="ADAL" clId="{1B7A6453-622F-402B-82F1-CC2794C4FA15}" dt="2024-10-17T05:23:47.118" v="8633" actId="207"/>
          <ac:spMkLst>
            <pc:docMk/>
            <pc:sldMk cId="0" sldId="257"/>
            <ac:spMk id="58" creationId="{892C04EB-8963-4611-98BC-C2BD5AD407A8}"/>
          </ac:spMkLst>
        </pc:spChg>
        <pc:graphicFrameChg chg="add del mod">
          <ac:chgData name="Ashley Tegart" userId="b2658386-7ff3-4265-9ab4-c29f86c3dfa7" providerId="ADAL" clId="{1B7A6453-622F-402B-82F1-CC2794C4FA15}" dt="2024-10-09T16:49:19.459" v="2364" actId="478"/>
          <ac:graphicFrameMkLst>
            <pc:docMk/>
            <pc:sldMk cId="0" sldId="257"/>
            <ac:graphicFrameMk id="5" creationId="{7B5B315F-E6BE-FF4E-788F-F90E1885523E}"/>
          </ac:graphicFrameMkLst>
        </pc:graphicFrameChg>
        <pc:picChg chg="mod">
          <ac:chgData name="Ashley Tegart" userId="b2658386-7ff3-4265-9ab4-c29f86c3dfa7" providerId="ADAL" clId="{1B7A6453-622F-402B-82F1-CC2794C4FA15}" dt="2024-10-08T19:16:42.781" v="1084" actId="208"/>
          <ac:picMkLst>
            <pc:docMk/>
            <pc:sldMk cId="0" sldId="257"/>
            <ac:picMk id="15" creationId="{0C6EBC50-49A3-F345-A6A1-F6B70E2E9ADF}"/>
          </ac:picMkLst>
        </pc:picChg>
      </pc:sldChg>
      <pc:sldChg chg="addSp delSp modSp del mod ord">
        <pc:chgData name="Ashley Tegart" userId="b2658386-7ff3-4265-9ab4-c29f86c3dfa7" providerId="ADAL" clId="{1B7A6453-622F-402B-82F1-CC2794C4FA15}" dt="2024-10-17T06:01:23.361" v="9520" actId="2696"/>
        <pc:sldMkLst>
          <pc:docMk/>
          <pc:sldMk cId="0" sldId="258"/>
        </pc:sldMkLst>
        <pc:spChg chg="del topLvl">
          <ac:chgData name="Ashley Tegart" userId="b2658386-7ff3-4265-9ab4-c29f86c3dfa7" providerId="ADAL" clId="{1B7A6453-622F-402B-82F1-CC2794C4FA15}" dt="2024-10-09T16:41:49.769" v="2286" actId="478"/>
          <ac:spMkLst>
            <pc:docMk/>
            <pc:sldMk cId="0" sldId="258"/>
            <ac:spMk id="3" creationId="{00000000-0000-0000-0000-000000000000}"/>
          </ac:spMkLst>
        </pc:spChg>
        <pc:spChg chg="add del mod ord">
          <ac:chgData name="Ashley Tegart" userId="b2658386-7ff3-4265-9ab4-c29f86c3dfa7" providerId="ADAL" clId="{1B7A6453-622F-402B-82F1-CC2794C4FA15}" dt="2024-10-09T21:02:05.087" v="4188" actId="1036"/>
          <ac:spMkLst>
            <pc:docMk/>
            <pc:sldMk cId="0" sldId="258"/>
            <ac:spMk id="4" creationId="{8AF5A757-6185-1CF6-5D4E-1050FBE5DFC8}"/>
          </ac:spMkLst>
        </pc:spChg>
        <pc:spChg chg="del mod topLvl">
          <ac:chgData name="Ashley Tegart" userId="b2658386-7ff3-4265-9ab4-c29f86c3dfa7" providerId="ADAL" clId="{1B7A6453-622F-402B-82F1-CC2794C4FA15}" dt="2024-10-09T16:41:48.813" v="2285" actId="478"/>
          <ac:spMkLst>
            <pc:docMk/>
            <pc:sldMk cId="0" sldId="258"/>
            <ac:spMk id="5" creationId="{00000000-0000-0000-0000-000000000000}"/>
          </ac:spMkLst>
        </pc:spChg>
        <pc:spChg chg="add del mod">
          <ac:chgData name="Ashley Tegart" userId="b2658386-7ff3-4265-9ab4-c29f86c3dfa7" providerId="ADAL" clId="{1B7A6453-622F-402B-82F1-CC2794C4FA15}" dt="2024-10-17T06:00:39.365" v="9510" actId="478"/>
          <ac:spMkLst>
            <pc:docMk/>
            <pc:sldMk cId="0" sldId="258"/>
            <ac:spMk id="8" creationId="{74222DAB-0766-9D73-599D-9A5B0098931A}"/>
          </ac:spMkLst>
        </pc:spChg>
        <pc:spChg chg="del mod">
          <ac:chgData name="Ashley Tegart" userId="b2658386-7ff3-4265-9ab4-c29f86c3dfa7" providerId="ADAL" clId="{1B7A6453-622F-402B-82F1-CC2794C4FA15}" dt="2024-10-09T17:08:32.425" v="2415" actId="478"/>
          <ac:spMkLst>
            <pc:docMk/>
            <pc:sldMk cId="0" sldId="258"/>
            <ac:spMk id="11" creationId="{0A39365D-A6B5-4623-AC67-FBE1BB6FC527}"/>
          </ac:spMkLst>
        </pc:spChg>
        <pc:spChg chg="add del mod">
          <ac:chgData name="Ashley Tegart" userId="b2658386-7ff3-4265-9ab4-c29f86c3dfa7" providerId="ADAL" clId="{1B7A6453-622F-402B-82F1-CC2794C4FA15}" dt="2024-10-17T06:00:42.228" v="9511" actId="478"/>
          <ac:spMkLst>
            <pc:docMk/>
            <pc:sldMk cId="0" sldId="258"/>
            <ac:spMk id="12" creationId="{4B00ADBE-6249-46EB-B9DA-3742A4C1861C}"/>
          </ac:spMkLst>
        </pc:spChg>
        <pc:spChg chg="del mod">
          <ac:chgData name="Ashley Tegart" userId="b2658386-7ff3-4265-9ab4-c29f86c3dfa7" providerId="ADAL" clId="{1B7A6453-622F-402B-82F1-CC2794C4FA15}" dt="2024-10-09T17:49:53.493" v="3361" actId="478"/>
          <ac:spMkLst>
            <pc:docMk/>
            <pc:sldMk cId="0" sldId="258"/>
            <ac:spMk id="15" creationId="{2812B8B2-A46D-4C7B-A44F-25A2A6172B7A}"/>
          </ac:spMkLst>
        </pc:spChg>
        <pc:spChg chg="mod ord">
          <ac:chgData name="Ashley Tegart" userId="b2658386-7ff3-4265-9ab4-c29f86c3dfa7" providerId="ADAL" clId="{1B7A6453-622F-402B-82F1-CC2794C4FA15}" dt="2024-10-09T17:08:44.455" v="2418" actId="167"/>
          <ac:spMkLst>
            <pc:docMk/>
            <pc:sldMk cId="0" sldId="258"/>
            <ac:spMk id="24" creationId="{FAC1F606-62F6-4305-800B-EF4BDCC04BC6}"/>
          </ac:spMkLst>
        </pc:spChg>
        <pc:spChg chg="mod ord">
          <ac:chgData name="Ashley Tegart" userId="b2658386-7ff3-4265-9ab4-c29f86c3dfa7" providerId="ADAL" clId="{1B7A6453-622F-402B-82F1-CC2794C4FA15}" dt="2024-10-09T17:08:50.066" v="2419" actId="167"/>
          <ac:spMkLst>
            <pc:docMk/>
            <pc:sldMk cId="0" sldId="258"/>
            <ac:spMk id="25" creationId="{DE9D9B32-EA9E-452A-AFED-2BFD37C8107A}"/>
          </ac:spMkLst>
        </pc:spChg>
        <pc:grpChg chg="del">
          <ac:chgData name="Ashley Tegart" userId="b2658386-7ff3-4265-9ab4-c29f86c3dfa7" providerId="ADAL" clId="{1B7A6453-622F-402B-82F1-CC2794C4FA15}" dt="2024-10-09T16:41:48.813" v="2285" actId="478"/>
          <ac:grpSpMkLst>
            <pc:docMk/>
            <pc:sldMk cId="0" sldId="258"/>
            <ac:grpSpMk id="16" creationId="{ADB5CCF6-D003-45D9-8F14-8EE301C22CEC}"/>
          </ac:grpSpMkLst>
        </pc:grpChg>
        <pc:grpChg chg="mod ord">
          <ac:chgData name="Ashley Tegart" userId="b2658386-7ff3-4265-9ab4-c29f86c3dfa7" providerId="ADAL" clId="{1B7A6453-622F-402B-82F1-CC2794C4FA15}" dt="2024-10-09T21:01:56.792" v="4183" actId="1035"/>
          <ac:grpSpMkLst>
            <pc:docMk/>
            <pc:sldMk cId="0" sldId="258"/>
            <ac:grpSpMk id="23" creationId="{E9DC037C-C731-4D52-835A-5765F8A4FBF2}"/>
          </ac:grpSpMkLst>
        </pc:grpChg>
        <pc:graphicFrameChg chg="del">
          <ac:chgData name="Ashley Tegart" userId="b2658386-7ff3-4265-9ab4-c29f86c3dfa7" providerId="ADAL" clId="{1B7A6453-622F-402B-82F1-CC2794C4FA15}" dt="2024-10-09T16:41:44.334" v="2283" actId="478"/>
          <ac:graphicFrameMkLst>
            <pc:docMk/>
            <pc:sldMk cId="0" sldId="258"/>
            <ac:graphicFrameMk id="14" creationId="{F114951D-D088-4FC5-BBB9-E089C19AF366}"/>
          </ac:graphicFrameMkLst>
        </pc:graphicFrameChg>
        <pc:picChg chg="add mod">
          <ac:chgData name="Ashley Tegart" userId="b2658386-7ff3-4265-9ab4-c29f86c3dfa7" providerId="ADAL" clId="{1B7A6453-622F-402B-82F1-CC2794C4FA15}" dt="2024-10-09T19:03:30.157" v="3782" actId="14100"/>
          <ac:picMkLst>
            <pc:docMk/>
            <pc:sldMk cId="0" sldId="258"/>
            <ac:picMk id="2" creationId="{22403ECD-ADF5-9812-F1A5-B85CCFB234C3}"/>
          </ac:picMkLst>
        </pc:picChg>
        <pc:picChg chg="add mod ord modCrop">
          <ac:chgData name="Ashley Tegart" userId="b2658386-7ff3-4265-9ab4-c29f86c3dfa7" providerId="ADAL" clId="{1B7A6453-622F-402B-82F1-CC2794C4FA15}" dt="2024-10-09T17:52:11.375" v="3385" actId="1076"/>
          <ac:picMkLst>
            <pc:docMk/>
            <pc:sldMk cId="0" sldId="258"/>
            <ac:picMk id="7" creationId="{DFDF14CC-BAA0-C651-246D-A11845A42CFA}"/>
          </ac:picMkLst>
        </pc:picChg>
      </pc:sldChg>
      <pc:sldChg chg="addSp delSp modSp mod">
        <pc:chgData name="Ashley Tegart" userId="b2658386-7ff3-4265-9ab4-c29f86c3dfa7" providerId="ADAL" clId="{1B7A6453-622F-402B-82F1-CC2794C4FA15}" dt="2024-10-17T05:23:38.357" v="8632" actId="207"/>
        <pc:sldMkLst>
          <pc:docMk/>
          <pc:sldMk cId="2184774212" sldId="293"/>
        </pc:sldMkLst>
        <pc:spChg chg="add mod">
          <ac:chgData name="Ashley Tegart" userId="b2658386-7ff3-4265-9ab4-c29f86c3dfa7" providerId="ADAL" clId="{1B7A6453-622F-402B-82F1-CC2794C4FA15}" dt="2024-10-17T05:23:19.933" v="8630" actId="207"/>
          <ac:spMkLst>
            <pc:docMk/>
            <pc:sldMk cId="2184774212" sldId="293"/>
            <ac:spMk id="2" creationId="{7A5C041E-17F7-C175-4477-771BCD20D2E7}"/>
          </ac:spMkLst>
        </pc:spChg>
        <pc:spChg chg="mod">
          <ac:chgData name="Ashley Tegart" userId="b2658386-7ff3-4265-9ab4-c29f86c3dfa7" providerId="ADAL" clId="{1B7A6453-622F-402B-82F1-CC2794C4FA15}" dt="2024-10-17T05:23:19.933" v="8630" actId="207"/>
          <ac:spMkLst>
            <pc:docMk/>
            <pc:sldMk cId="2184774212" sldId="293"/>
            <ac:spMk id="3" creationId="{126E0F5F-0BF5-421E-896C-66BDFA467F8E}"/>
          </ac:spMkLst>
        </pc:spChg>
        <pc:spChg chg="mod">
          <ac:chgData name="Ashley Tegart" userId="b2658386-7ff3-4265-9ab4-c29f86c3dfa7" providerId="ADAL" clId="{1B7A6453-622F-402B-82F1-CC2794C4FA15}" dt="2024-10-17T05:23:19.933" v="8630" actId="207"/>
          <ac:spMkLst>
            <pc:docMk/>
            <pc:sldMk cId="2184774212" sldId="293"/>
            <ac:spMk id="4" creationId="{47361EA6-B98B-4E3D-A601-BE47951F364B}"/>
          </ac:spMkLst>
        </pc:spChg>
        <pc:spChg chg="add mod">
          <ac:chgData name="Ashley Tegart" userId="b2658386-7ff3-4265-9ab4-c29f86c3dfa7" providerId="ADAL" clId="{1B7A6453-622F-402B-82F1-CC2794C4FA15}" dt="2024-10-17T05:23:19.933" v="8630" actId="207"/>
          <ac:spMkLst>
            <pc:docMk/>
            <pc:sldMk cId="2184774212" sldId="293"/>
            <ac:spMk id="6" creationId="{883671C6-83D9-3ADA-6A58-CAB027CEACEB}"/>
          </ac:spMkLst>
        </pc:spChg>
        <pc:spChg chg="add del mod">
          <ac:chgData name="Ashley Tegart" userId="b2658386-7ff3-4265-9ab4-c29f86c3dfa7" providerId="ADAL" clId="{1B7A6453-622F-402B-82F1-CC2794C4FA15}" dt="2024-10-08T19:12:11.692" v="974" actId="478"/>
          <ac:spMkLst>
            <pc:docMk/>
            <pc:sldMk cId="2184774212" sldId="293"/>
            <ac:spMk id="6" creationId="{B1D64656-4899-BDA5-A3F1-DD2A2A920996}"/>
          </ac:spMkLst>
        </pc:spChg>
        <pc:spChg chg="add del mod">
          <ac:chgData name="Ashley Tegart" userId="b2658386-7ff3-4265-9ab4-c29f86c3dfa7" providerId="ADAL" clId="{1B7A6453-622F-402B-82F1-CC2794C4FA15}" dt="2024-10-08T19:12:10.458" v="973" actId="478"/>
          <ac:spMkLst>
            <pc:docMk/>
            <pc:sldMk cId="2184774212" sldId="293"/>
            <ac:spMk id="7" creationId="{627ED706-340D-682C-EFFD-3D75708CDC7B}"/>
          </ac:spMkLst>
        </pc:spChg>
        <pc:spChg chg="add mod">
          <ac:chgData name="Ashley Tegart" userId="b2658386-7ff3-4265-9ab4-c29f86c3dfa7" providerId="ADAL" clId="{1B7A6453-622F-402B-82F1-CC2794C4FA15}" dt="2024-10-17T05:23:12.829" v="8629" actId="571"/>
          <ac:spMkLst>
            <pc:docMk/>
            <pc:sldMk cId="2184774212" sldId="293"/>
            <ac:spMk id="8" creationId="{76904D0D-02A6-EE70-1203-60DA9DB00B1B}"/>
          </ac:spMkLst>
        </pc:spChg>
        <pc:spChg chg="add del">
          <ac:chgData name="Ashley Tegart" userId="b2658386-7ff3-4265-9ab4-c29f86c3dfa7" providerId="ADAL" clId="{1B7A6453-622F-402B-82F1-CC2794C4FA15}" dt="2024-10-08T19:12:46.648" v="976" actId="22"/>
          <ac:spMkLst>
            <pc:docMk/>
            <pc:sldMk cId="2184774212" sldId="293"/>
            <ac:spMk id="9" creationId="{31CA864E-0131-1DC5-E97D-14239BF04B99}"/>
          </ac:spMkLst>
        </pc:spChg>
        <pc:spChg chg="add mod">
          <ac:chgData name="Ashley Tegart" userId="b2658386-7ff3-4265-9ab4-c29f86c3dfa7" providerId="ADAL" clId="{1B7A6453-622F-402B-82F1-CC2794C4FA15}" dt="2024-10-17T05:23:12.829" v="8629" actId="571"/>
          <ac:spMkLst>
            <pc:docMk/>
            <pc:sldMk cId="2184774212" sldId="293"/>
            <ac:spMk id="9" creationId="{B5CFD9AC-C666-92BC-066D-4D0A58F57257}"/>
          </ac:spMkLst>
        </pc:spChg>
        <pc:spChg chg="add mod ord">
          <ac:chgData name="Ashley Tegart" userId="b2658386-7ff3-4265-9ab4-c29f86c3dfa7" providerId="ADAL" clId="{1B7A6453-622F-402B-82F1-CC2794C4FA15}" dt="2024-10-17T05:23:19.933" v="8630" actId="207"/>
          <ac:spMkLst>
            <pc:docMk/>
            <pc:sldMk cId="2184774212" sldId="293"/>
            <ac:spMk id="11" creationId="{4864613C-2D9D-8341-B1FF-23BFB27439ED}"/>
          </ac:spMkLst>
        </pc:spChg>
        <pc:spChg chg="add mod">
          <ac:chgData name="Ashley Tegart" userId="b2658386-7ff3-4265-9ab4-c29f86c3dfa7" providerId="ADAL" clId="{1B7A6453-622F-402B-82F1-CC2794C4FA15}" dt="2024-10-17T05:23:19.933" v="8630" actId="207"/>
          <ac:spMkLst>
            <pc:docMk/>
            <pc:sldMk cId="2184774212" sldId="293"/>
            <ac:spMk id="12" creationId="{D2F0FEAB-81BD-5C05-D5B8-045BC2EB5D4B}"/>
          </ac:spMkLst>
        </pc:spChg>
        <pc:spChg chg="add mod">
          <ac:chgData name="Ashley Tegart" userId="b2658386-7ff3-4265-9ab4-c29f86c3dfa7" providerId="ADAL" clId="{1B7A6453-622F-402B-82F1-CC2794C4FA15}" dt="2024-10-17T05:23:19.933" v="8630" actId="207"/>
          <ac:spMkLst>
            <pc:docMk/>
            <pc:sldMk cId="2184774212" sldId="293"/>
            <ac:spMk id="13" creationId="{F7EC5C2F-1C6F-B935-2CEF-AEDBD67CD700}"/>
          </ac:spMkLst>
        </pc:spChg>
        <pc:spChg chg="add mod">
          <ac:chgData name="Ashley Tegart" userId="b2658386-7ff3-4265-9ab4-c29f86c3dfa7" providerId="ADAL" clId="{1B7A6453-622F-402B-82F1-CC2794C4FA15}" dt="2024-10-17T05:23:12.829" v="8629" actId="571"/>
          <ac:spMkLst>
            <pc:docMk/>
            <pc:sldMk cId="2184774212" sldId="293"/>
            <ac:spMk id="14" creationId="{FD3A12EC-B898-5DD2-1AD0-3A9EFE7ED695}"/>
          </ac:spMkLst>
        </pc:spChg>
        <pc:spChg chg="add mod">
          <ac:chgData name="Ashley Tegart" userId="b2658386-7ff3-4265-9ab4-c29f86c3dfa7" providerId="ADAL" clId="{1B7A6453-622F-402B-82F1-CC2794C4FA15}" dt="2024-10-17T05:23:12.829" v="8629" actId="571"/>
          <ac:spMkLst>
            <pc:docMk/>
            <pc:sldMk cId="2184774212" sldId="293"/>
            <ac:spMk id="15" creationId="{1C6B6058-E9A7-4798-1620-B20D79F8EAF4}"/>
          </ac:spMkLst>
        </pc:spChg>
        <pc:spChg chg="add mod">
          <ac:chgData name="Ashley Tegart" userId="b2658386-7ff3-4265-9ab4-c29f86c3dfa7" providerId="ADAL" clId="{1B7A6453-622F-402B-82F1-CC2794C4FA15}" dt="2024-10-17T05:23:12.829" v="8629" actId="571"/>
          <ac:spMkLst>
            <pc:docMk/>
            <pc:sldMk cId="2184774212" sldId="293"/>
            <ac:spMk id="16" creationId="{FB154498-2D76-88D5-809F-2B5048E007EF}"/>
          </ac:spMkLst>
        </pc:spChg>
        <pc:spChg chg="add mod">
          <ac:chgData name="Ashley Tegart" userId="b2658386-7ff3-4265-9ab4-c29f86c3dfa7" providerId="ADAL" clId="{1B7A6453-622F-402B-82F1-CC2794C4FA15}" dt="2024-10-17T05:23:12.829" v="8629" actId="571"/>
          <ac:spMkLst>
            <pc:docMk/>
            <pc:sldMk cId="2184774212" sldId="293"/>
            <ac:spMk id="19" creationId="{1E994D50-2223-9705-CB66-1A081EBC209E}"/>
          </ac:spMkLst>
        </pc:spChg>
        <pc:spChg chg="add mod">
          <ac:chgData name="Ashley Tegart" userId="b2658386-7ff3-4265-9ab4-c29f86c3dfa7" providerId="ADAL" clId="{1B7A6453-622F-402B-82F1-CC2794C4FA15}" dt="2024-10-17T05:23:12.829" v="8629" actId="571"/>
          <ac:spMkLst>
            <pc:docMk/>
            <pc:sldMk cId="2184774212" sldId="293"/>
            <ac:spMk id="20" creationId="{A170FBBF-2B0A-CFA1-6582-9A8A061D4794}"/>
          </ac:spMkLst>
        </pc:spChg>
        <pc:spChg chg="add mod">
          <ac:chgData name="Ashley Tegart" userId="b2658386-7ff3-4265-9ab4-c29f86c3dfa7" providerId="ADAL" clId="{1B7A6453-622F-402B-82F1-CC2794C4FA15}" dt="2024-10-17T05:23:12.829" v="8629" actId="571"/>
          <ac:spMkLst>
            <pc:docMk/>
            <pc:sldMk cId="2184774212" sldId="293"/>
            <ac:spMk id="21" creationId="{7530703C-4C11-8755-BBDF-72675D3923EE}"/>
          </ac:spMkLst>
        </pc:spChg>
        <pc:spChg chg="add mod">
          <ac:chgData name="Ashley Tegart" userId="b2658386-7ff3-4265-9ab4-c29f86c3dfa7" providerId="ADAL" clId="{1B7A6453-622F-402B-82F1-CC2794C4FA15}" dt="2024-10-17T05:23:12.829" v="8629" actId="571"/>
          <ac:spMkLst>
            <pc:docMk/>
            <pc:sldMk cId="2184774212" sldId="293"/>
            <ac:spMk id="22" creationId="{B6D4F900-0C43-FA1C-A5D9-96DAE17AED79}"/>
          </ac:spMkLst>
        </pc:spChg>
        <pc:spChg chg="mod">
          <ac:chgData name="Ashley Tegart" userId="b2658386-7ff3-4265-9ab4-c29f86c3dfa7" providerId="ADAL" clId="{1B7A6453-622F-402B-82F1-CC2794C4FA15}" dt="2024-10-17T05:23:27.143" v="8631" actId="207"/>
          <ac:spMkLst>
            <pc:docMk/>
            <pc:sldMk cId="2184774212" sldId="293"/>
            <ac:spMk id="39" creationId="{859A798A-A3B9-49A3-9795-39649F8CA387}"/>
          </ac:spMkLst>
        </pc:spChg>
        <pc:spChg chg="mod">
          <ac:chgData name="Ashley Tegart" userId="b2658386-7ff3-4265-9ab4-c29f86c3dfa7" providerId="ADAL" clId="{1B7A6453-622F-402B-82F1-CC2794C4FA15}" dt="2024-10-17T05:23:19.933" v="8630" actId="207"/>
          <ac:spMkLst>
            <pc:docMk/>
            <pc:sldMk cId="2184774212" sldId="293"/>
            <ac:spMk id="40" creationId="{6106E696-0011-4126-B654-5B4BE0C6F2BB}"/>
          </ac:spMkLst>
        </pc:spChg>
        <pc:spChg chg="del">
          <ac:chgData name="Ashley Tegart" userId="b2658386-7ff3-4265-9ab4-c29f86c3dfa7" providerId="ADAL" clId="{1B7A6453-622F-402B-82F1-CC2794C4FA15}" dt="2024-10-08T18:55:26.267" v="58" actId="478"/>
          <ac:spMkLst>
            <pc:docMk/>
            <pc:sldMk cId="2184774212" sldId="293"/>
            <ac:spMk id="41" creationId="{2D5D93DF-DF4C-40A0-9216-6A34F9BC60C6}"/>
          </ac:spMkLst>
        </pc:spChg>
        <pc:spChg chg="del">
          <ac:chgData name="Ashley Tegart" userId="b2658386-7ff3-4265-9ab4-c29f86c3dfa7" providerId="ADAL" clId="{1B7A6453-622F-402B-82F1-CC2794C4FA15}" dt="2024-10-08T18:55:37.283" v="63" actId="478"/>
          <ac:spMkLst>
            <pc:docMk/>
            <pc:sldMk cId="2184774212" sldId="293"/>
            <ac:spMk id="42" creationId="{C3206DFE-9907-4719-B41D-78D66F8CDC1B}"/>
          </ac:spMkLst>
        </pc:spChg>
        <pc:spChg chg="del">
          <ac:chgData name="Ashley Tegart" userId="b2658386-7ff3-4265-9ab4-c29f86c3dfa7" providerId="ADAL" clId="{1B7A6453-622F-402B-82F1-CC2794C4FA15}" dt="2024-10-08T18:55:24.780" v="57" actId="478"/>
          <ac:spMkLst>
            <pc:docMk/>
            <pc:sldMk cId="2184774212" sldId="293"/>
            <ac:spMk id="43" creationId="{70F78EED-D14C-4F7F-AE6C-0EA9E569D3D8}"/>
          </ac:spMkLst>
        </pc:spChg>
        <pc:spChg chg="del">
          <ac:chgData name="Ashley Tegart" userId="b2658386-7ff3-4265-9ab4-c29f86c3dfa7" providerId="ADAL" clId="{1B7A6453-622F-402B-82F1-CC2794C4FA15}" dt="2024-10-08T18:55:35.906" v="62" actId="478"/>
          <ac:spMkLst>
            <pc:docMk/>
            <pc:sldMk cId="2184774212" sldId="293"/>
            <ac:spMk id="44" creationId="{27088741-C62C-4114-8F6B-6C576CAFD49B}"/>
          </ac:spMkLst>
        </pc:spChg>
        <pc:spChg chg="del">
          <ac:chgData name="Ashley Tegart" userId="b2658386-7ff3-4265-9ab4-c29f86c3dfa7" providerId="ADAL" clId="{1B7A6453-622F-402B-82F1-CC2794C4FA15}" dt="2024-10-08T18:55:34.625" v="61" actId="478"/>
          <ac:spMkLst>
            <pc:docMk/>
            <pc:sldMk cId="2184774212" sldId="293"/>
            <ac:spMk id="45" creationId="{83B0ED7B-B329-464A-ACA3-40B00912A106}"/>
          </ac:spMkLst>
        </pc:spChg>
        <pc:spChg chg="del">
          <ac:chgData name="Ashley Tegart" userId="b2658386-7ff3-4265-9ab4-c29f86c3dfa7" providerId="ADAL" clId="{1B7A6453-622F-402B-82F1-CC2794C4FA15}" dt="2024-10-08T18:55:22.413" v="56" actId="478"/>
          <ac:spMkLst>
            <pc:docMk/>
            <pc:sldMk cId="2184774212" sldId="293"/>
            <ac:spMk id="46" creationId="{8EAE3E84-5DAC-45B0-8D11-81D7AA1E57B4}"/>
          </ac:spMkLst>
        </pc:spChg>
        <pc:spChg chg="del">
          <ac:chgData name="Ashley Tegart" userId="b2658386-7ff3-4265-9ab4-c29f86c3dfa7" providerId="ADAL" clId="{1B7A6453-622F-402B-82F1-CC2794C4FA15}" dt="2024-10-08T18:55:33.486" v="60" actId="478"/>
          <ac:spMkLst>
            <pc:docMk/>
            <pc:sldMk cId="2184774212" sldId="293"/>
            <ac:spMk id="47" creationId="{30C0DE35-3BE1-402D-8F74-F2E26399DF8F}"/>
          </ac:spMkLst>
        </pc:spChg>
        <pc:spChg chg="del mod">
          <ac:chgData name="Ashley Tegart" userId="b2658386-7ff3-4265-9ab4-c29f86c3dfa7" providerId="ADAL" clId="{1B7A6453-622F-402B-82F1-CC2794C4FA15}" dt="2024-10-08T18:55:21.008" v="55" actId="478"/>
          <ac:spMkLst>
            <pc:docMk/>
            <pc:sldMk cId="2184774212" sldId="293"/>
            <ac:spMk id="48" creationId="{2519B543-5FBD-4094-AE32-17A44EB0EC63}"/>
          </ac:spMkLst>
        </pc:spChg>
        <pc:spChg chg="del">
          <ac:chgData name="Ashley Tegart" userId="b2658386-7ff3-4265-9ab4-c29f86c3dfa7" providerId="ADAL" clId="{1B7A6453-622F-402B-82F1-CC2794C4FA15}" dt="2024-10-08T18:55:32.041" v="59" actId="478"/>
          <ac:spMkLst>
            <pc:docMk/>
            <pc:sldMk cId="2184774212" sldId="293"/>
            <ac:spMk id="49" creationId="{B15F3353-3F89-4FEC-9A0A-91A9857F56E6}"/>
          </ac:spMkLst>
        </pc:spChg>
        <pc:spChg chg="del">
          <ac:chgData name="Ashley Tegart" userId="b2658386-7ff3-4265-9ab4-c29f86c3dfa7" providerId="ADAL" clId="{1B7A6453-622F-402B-82F1-CC2794C4FA15}" dt="2024-10-08T18:55:19.064" v="53" actId="478"/>
          <ac:spMkLst>
            <pc:docMk/>
            <pc:sldMk cId="2184774212" sldId="293"/>
            <ac:spMk id="50" creationId="{40CE2AA6-D60B-4113-8599-6678BC66C23B}"/>
          </ac:spMkLst>
        </pc:spChg>
        <pc:graphicFrameChg chg="add mod modGraphic">
          <ac:chgData name="Ashley Tegart" userId="b2658386-7ff3-4265-9ab4-c29f86c3dfa7" providerId="ADAL" clId="{1B7A6453-622F-402B-82F1-CC2794C4FA15}" dt="2024-10-17T05:23:38.357" v="8632" actId="207"/>
          <ac:graphicFrameMkLst>
            <pc:docMk/>
            <pc:sldMk cId="2184774212" sldId="293"/>
            <ac:graphicFrameMk id="10" creationId="{BF0FA9C5-E70F-B40A-276A-D61A19629130}"/>
          </ac:graphicFrameMkLst>
        </pc:graphicFrameChg>
        <pc:graphicFrameChg chg="add mod">
          <ac:chgData name="Ashley Tegart" userId="b2658386-7ff3-4265-9ab4-c29f86c3dfa7" providerId="ADAL" clId="{1B7A6453-622F-402B-82F1-CC2794C4FA15}" dt="2024-10-17T05:23:12.829" v="8629" actId="571"/>
          <ac:graphicFrameMkLst>
            <pc:docMk/>
            <pc:sldMk cId="2184774212" sldId="293"/>
            <ac:graphicFrameMk id="18" creationId="{B3B6E381-A572-44F2-5B12-A45A23CFB823}"/>
          </ac:graphicFrameMkLst>
        </pc:graphicFrameChg>
        <pc:picChg chg="add mod modCrop">
          <ac:chgData name="Ashley Tegart" userId="b2658386-7ff3-4265-9ab4-c29f86c3dfa7" providerId="ADAL" clId="{1B7A6453-622F-402B-82F1-CC2794C4FA15}" dt="2024-10-16T04:11:22.212" v="7963" actId="1076"/>
          <ac:picMkLst>
            <pc:docMk/>
            <pc:sldMk cId="2184774212" sldId="293"/>
            <ac:picMk id="5" creationId="{FC5CCCE6-1F68-5738-F18E-3607D62FA807}"/>
          </ac:picMkLst>
        </pc:picChg>
        <pc:picChg chg="add del mod modCrop">
          <ac:chgData name="Ashley Tegart" userId="b2658386-7ff3-4265-9ab4-c29f86c3dfa7" providerId="ADAL" clId="{1B7A6453-622F-402B-82F1-CC2794C4FA15}" dt="2024-10-15T15:17:52.918" v="6024" actId="478"/>
          <ac:picMkLst>
            <pc:docMk/>
            <pc:sldMk cId="2184774212" sldId="293"/>
            <ac:picMk id="7" creationId="{17DB011F-33C1-342F-C61C-45F8FB38D0EB}"/>
          </ac:picMkLst>
        </pc:picChg>
        <pc:picChg chg="add mod">
          <ac:chgData name="Ashley Tegart" userId="b2658386-7ff3-4265-9ab4-c29f86c3dfa7" providerId="ADAL" clId="{1B7A6453-622F-402B-82F1-CC2794C4FA15}" dt="2024-10-17T05:23:12.829" v="8629" actId="571"/>
          <ac:picMkLst>
            <pc:docMk/>
            <pc:sldMk cId="2184774212" sldId="293"/>
            <ac:picMk id="17" creationId="{CCB46D04-1EBA-CCA8-A100-1360E702CCF6}"/>
          </ac:picMkLst>
        </pc:picChg>
      </pc:sldChg>
      <pc:sldChg chg="addSp delSp modSp mod ord modNotesTx">
        <pc:chgData name="Ashley Tegart" userId="b2658386-7ff3-4265-9ab4-c29f86c3dfa7" providerId="ADAL" clId="{1B7A6453-622F-402B-82F1-CC2794C4FA15}" dt="2024-10-17T05:26:35.931" v="8656" actId="1076"/>
        <pc:sldMkLst>
          <pc:docMk/>
          <pc:sldMk cId="3556421662" sldId="294"/>
        </pc:sldMkLst>
        <pc:spChg chg="mod">
          <ac:chgData name="Ashley Tegart" userId="b2658386-7ff3-4265-9ab4-c29f86c3dfa7" providerId="ADAL" clId="{1B7A6453-622F-402B-82F1-CC2794C4FA15}" dt="2024-10-09T16:42:26.899" v="2316" actId="790"/>
          <ac:spMkLst>
            <pc:docMk/>
            <pc:sldMk cId="3556421662" sldId="294"/>
            <ac:spMk id="3" creationId="{00000000-0000-0000-0000-000000000000}"/>
          </ac:spMkLst>
        </pc:spChg>
        <pc:spChg chg="add del mod">
          <ac:chgData name="Ashley Tegart" userId="b2658386-7ff3-4265-9ab4-c29f86c3dfa7" providerId="ADAL" clId="{1B7A6453-622F-402B-82F1-CC2794C4FA15}" dt="2024-10-15T18:45:48.975" v="6182" actId="478"/>
          <ac:spMkLst>
            <pc:docMk/>
            <pc:sldMk cId="3556421662" sldId="294"/>
            <ac:spMk id="3" creationId="{CAA912D0-541D-B864-1D88-5B317B1244AE}"/>
          </ac:spMkLst>
        </pc:spChg>
        <pc:spChg chg="mod">
          <ac:chgData name="Ashley Tegart" userId="b2658386-7ff3-4265-9ab4-c29f86c3dfa7" providerId="ADAL" clId="{1B7A6453-622F-402B-82F1-CC2794C4FA15}" dt="2024-10-09T16:46:00.497" v="2341"/>
          <ac:spMkLst>
            <pc:docMk/>
            <pc:sldMk cId="3556421662" sldId="294"/>
            <ac:spMk id="4" creationId="{C5A3F8F6-DE21-4744-98A2-8B4230172DA0}"/>
          </ac:spMkLst>
        </pc:spChg>
        <pc:spChg chg="mod">
          <ac:chgData name="Ashley Tegart" userId="b2658386-7ff3-4265-9ab4-c29f86c3dfa7" providerId="ADAL" clId="{1B7A6453-622F-402B-82F1-CC2794C4FA15}" dt="2024-10-09T16:42:26.899" v="2316" actId="790"/>
          <ac:spMkLst>
            <pc:docMk/>
            <pc:sldMk cId="3556421662" sldId="294"/>
            <ac:spMk id="5" creationId="{00000000-0000-0000-0000-000000000000}"/>
          </ac:spMkLst>
        </pc:spChg>
        <pc:spChg chg="add mod">
          <ac:chgData name="Ashley Tegart" userId="b2658386-7ff3-4265-9ab4-c29f86c3dfa7" providerId="ADAL" clId="{1B7A6453-622F-402B-82F1-CC2794C4FA15}" dt="2024-10-17T05:24:13.833" v="8637" actId="1076"/>
          <ac:spMkLst>
            <pc:docMk/>
            <pc:sldMk cId="3556421662" sldId="294"/>
            <ac:spMk id="5" creationId="{F5130190-FEFE-DEEB-EA33-40BD111637E1}"/>
          </ac:spMkLst>
        </pc:spChg>
        <pc:spChg chg="mod">
          <ac:chgData name="Ashley Tegart" userId="b2658386-7ff3-4265-9ab4-c29f86c3dfa7" providerId="ADAL" clId="{1B7A6453-622F-402B-82F1-CC2794C4FA15}" dt="2024-10-09T16:46:00.497" v="2341"/>
          <ac:spMkLst>
            <pc:docMk/>
            <pc:sldMk cId="3556421662" sldId="294"/>
            <ac:spMk id="6" creationId="{BA77B01A-A0A1-EAC1-9D45-6357197C0D53}"/>
          </ac:spMkLst>
        </pc:spChg>
        <pc:spChg chg="add mod">
          <ac:chgData name="Ashley Tegart" userId="b2658386-7ff3-4265-9ab4-c29f86c3dfa7" providerId="ADAL" clId="{1B7A6453-622F-402B-82F1-CC2794C4FA15}" dt="2024-10-17T05:23:53.136" v="8634" actId="207"/>
          <ac:spMkLst>
            <pc:docMk/>
            <pc:sldMk cId="3556421662" sldId="294"/>
            <ac:spMk id="7" creationId="{6099D0E6-9612-9CDF-74C2-F5C45D9452AA}"/>
          </ac:spMkLst>
        </pc:spChg>
        <pc:spChg chg="add mod">
          <ac:chgData name="Ashley Tegart" userId="b2658386-7ff3-4265-9ab4-c29f86c3dfa7" providerId="ADAL" clId="{1B7A6453-622F-402B-82F1-CC2794C4FA15}" dt="2024-10-17T05:23:53.136" v="8634" actId="207"/>
          <ac:spMkLst>
            <pc:docMk/>
            <pc:sldMk cId="3556421662" sldId="294"/>
            <ac:spMk id="8" creationId="{8BF73E0D-0450-13CA-B479-61621B1F09E2}"/>
          </ac:spMkLst>
        </pc:spChg>
        <pc:spChg chg="del mod">
          <ac:chgData name="Ashley Tegart" userId="b2658386-7ff3-4265-9ab4-c29f86c3dfa7" providerId="ADAL" clId="{1B7A6453-622F-402B-82F1-CC2794C4FA15}" dt="2024-10-09T16:51:56.996" v="2389" actId="478"/>
          <ac:spMkLst>
            <pc:docMk/>
            <pc:sldMk cId="3556421662" sldId="294"/>
            <ac:spMk id="11" creationId="{0A39365D-A6B5-4623-AC67-FBE1BB6FC527}"/>
          </ac:spMkLst>
        </pc:spChg>
        <pc:spChg chg="del mod">
          <ac:chgData name="Ashley Tegart" userId="b2658386-7ff3-4265-9ab4-c29f86c3dfa7" providerId="ADAL" clId="{1B7A6453-622F-402B-82F1-CC2794C4FA15}" dt="2024-10-15T04:32:42.456" v="5657" actId="478"/>
          <ac:spMkLst>
            <pc:docMk/>
            <pc:sldMk cId="3556421662" sldId="294"/>
            <ac:spMk id="12" creationId="{4B00ADBE-6249-46EB-B9DA-3742A4C1861C}"/>
          </ac:spMkLst>
        </pc:spChg>
        <pc:spChg chg="add mod ord">
          <ac:chgData name="Ashley Tegart" userId="b2658386-7ff3-4265-9ab4-c29f86c3dfa7" providerId="ADAL" clId="{1B7A6453-622F-402B-82F1-CC2794C4FA15}" dt="2024-10-17T05:23:53.136" v="8634" actId="207"/>
          <ac:spMkLst>
            <pc:docMk/>
            <pc:sldMk cId="3556421662" sldId="294"/>
            <ac:spMk id="13" creationId="{EBC2DEF2-5846-93D1-ECB0-9B79C232D140}"/>
          </ac:spMkLst>
        </pc:spChg>
        <pc:spChg chg="add del mod">
          <ac:chgData name="Ashley Tegart" userId="b2658386-7ff3-4265-9ab4-c29f86c3dfa7" providerId="ADAL" clId="{1B7A6453-622F-402B-82F1-CC2794C4FA15}" dt="2024-10-16T02:34:57.187" v="7517" actId="478"/>
          <ac:spMkLst>
            <pc:docMk/>
            <pc:sldMk cId="3556421662" sldId="294"/>
            <ac:spMk id="14" creationId="{E4F88D16-8894-C32F-EEB6-F7A8C325763B}"/>
          </ac:spMkLst>
        </pc:spChg>
        <pc:spChg chg="add del mod">
          <ac:chgData name="Ashley Tegart" userId="b2658386-7ff3-4265-9ab4-c29f86c3dfa7" providerId="ADAL" clId="{1B7A6453-622F-402B-82F1-CC2794C4FA15}" dt="2024-10-16T04:26:23.504" v="8037" actId="478"/>
          <ac:spMkLst>
            <pc:docMk/>
            <pc:sldMk cId="3556421662" sldId="294"/>
            <ac:spMk id="15" creationId="{A2B5B4F5-44DA-C015-5F6F-133158C17BAC}"/>
          </ac:spMkLst>
        </pc:spChg>
        <pc:spChg chg="del mod">
          <ac:chgData name="Ashley Tegart" userId="b2658386-7ff3-4265-9ab4-c29f86c3dfa7" providerId="ADAL" clId="{1B7A6453-622F-402B-82F1-CC2794C4FA15}" dt="2024-10-09T16:43:12.410" v="2338" actId="478"/>
          <ac:spMkLst>
            <pc:docMk/>
            <pc:sldMk cId="3556421662" sldId="294"/>
            <ac:spMk id="15" creationId="{D4A7A6B9-71A4-4F95-85E2-3A41CB3234DF}"/>
          </ac:spMkLst>
        </pc:spChg>
        <pc:spChg chg="add del mod">
          <ac:chgData name="Ashley Tegart" userId="b2658386-7ff3-4265-9ab4-c29f86c3dfa7" providerId="ADAL" clId="{1B7A6453-622F-402B-82F1-CC2794C4FA15}" dt="2024-10-16T04:40:32.062" v="8166" actId="478"/>
          <ac:spMkLst>
            <pc:docMk/>
            <pc:sldMk cId="3556421662" sldId="294"/>
            <ac:spMk id="16" creationId="{E988B66D-E786-31D1-444F-86EB641FC2C8}"/>
          </ac:spMkLst>
        </pc:spChg>
        <pc:spChg chg="mod">
          <ac:chgData name="Ashley Tegart" userId="b2658386-7ff3-4265-9ab4-c29f86c3dfa7" providerId="ADAL" clId="{1B7A6453-622F-402B-82F1-CC2794C4FA15}" dt="2024-10-09T16:42:26.899" v="2316" actId="790"/>
          <ac:spMkLst>
            <pc:docMk/>
            <pc:sldMk cId="3556421662" sldId="294"/>
            <ac:spMk id="24" creationId="{FAC1F606-62F6-4305-800B-EF4BDCC04BC6}"/>
          </ac:spMkLst>
        </pc:spChg>
        <pc:spChg chg="mod">
          <ac:chgData name="Ashley Tegart" userId="b2658386-7ff3-4265-9ab4-c29f86c3dfa7" providerId="ADAL" clId="{1B7A6453-622F-402B-82F1-CC2794C4FA15}" dt="2024-10-09T16:42:26.899" v="2316" actId="790"/>
          <ac:spMkLst>
            <pc:docMk/>
            <pc:sldMk cId="3556421662" sldId="294"/>
            <ac:spMk id="25" creationId="{DE9D9B32-EA9E-452A-AFED-2BFD37C8107A}"/>
          </ac:spMkLst>
        </pc:spChg>
        <pc:spChg chg="del mod">
          <ac:chgData name="Ashley Tegart" userId="b2658386-7ff3-4265-9ab4-c29f86c3dfa7" providerId="ADAL" clId="{1B7A6453-622F-402B-82F1-CC2794C4FA15}" dt="2024-10-09T16:43:08.528" v="2334" actId="478"/>
          <ac:spMkLst>
            <pc:docMk/>
            <pc:sldMk cId="3556421662" sldId="294"/>
            <ac:spMk id="26" creationId="{8C00FCE6-AE0B-4A21-8CCC-C2634D09D909}"/>
          </ac:spMkLst>
        </pc:spChg>
        <pc:spChg chg="del mod">
          <ac:chgData name="Ashley Tegart" userId="b2658386-7ff3-4265-9ab4-c29f86c3dfa7" providerId="ADAL" clId="{1B7A6453-622F-402B-82F1-CC2794C4FA15}" dt="2024-10-09T16:43:09.023" v="2335" actId="478"/>
          <ac:spMkLst>
            <pc:docMk/>
            <pc:sldMk cId="3556421662" sldId="294"/>
            <ac:spMk id="28" creationId="{635EFDF7-D292-4F95-9C19-AD5A956C0ABE}"/>
          </ac:spMkLst>
        </pc:spChg>
        <pc:spChg chg="del mod">
          <ac:chgData name="Ashley Tegart" userId="b2658386-7ff3-4265-9ab4-c29f86c3dfa7" providerId="ADAL" clId="{1B7A6453-622F-402B-82F1-CC2794C4FA15}" dt="2024-10-09T16:43:09.529" v="2336" actId="478"/>
          <ac:spMkLst>
            <pc:docMk/>
            <pc:sldMk cId="3556421662" sldId="294"/>
            <ac:spMk id="29" creationId="{DC7851E7-F3B6-4DA7-95AF-9E12AB6A4E29}"/>
          </ac:spMkLst>
        </pc:spChg>
        <pc:grpChg chg="add del mod ord">
          <ac:chgData name="Ashley Tegart" userId="b2658386-7ff3-4265-9ab4-c29f86c3dfa7" providerId="ADAL" clId="{1B7A6453-622F-402B-82F1-CC2794C4FA15}" dt="2024-10-15T20:46:05.357" v="6573" actId="478"/>
          <ac:grpSpMkLst>
            <pc:docMk/>
            <pc:sldMk cId="3556421662" sldId="294"/>
            <ac:grpSpMk id="2" creationId="{7CC7C8D7-FF3B-76BD-2F81-92B293CE785A}"/>
          </ac:grpSpMkLst>
        </pc:grpChg>
        <pc:grpChg chg="del">
          <ac:chgData name="Ashley Tegart" userId="b2658386-7ff3-4265-9ab4-c29f86c3dfa7" providerId="ADAL" clId="{1B7A6453-622F-402B-82F1-CC2794C4FA15}" dt="2024-10-09T19:19:21.639" v="4105" actId="478"/>
          <ac:grpSpMkLst>
            <pc:docMk/>
            <pc:sldMk cId="3556421662" sldId="294"/>
            <ac:grpSpMk id="16" creationId="{ADB5CCF6-D003-45D9-8F14-8EE301C22CEC}"/>
          </ac:grpSpMkLst>
        </pc:grpChg>
        <pc:grpChg chg="del">
          <ac:chgData name="Ashley Tegart" userId="b2658386-7ff3-4265-9ab4-c29f86c3dfa7" providerId="ADAL" clId="{1B7A6453-622F-402B-82F1-CC2794C4FA15}" dt="2024-10-09T17:09:30.536" v="2428" actId="478"/>
          <ac:grpSpMkLst>
            <pc:docMk/>
            <pc:sldMk cId="3556421662" sldId="294"/>
            <ac:grpSpMk id="23" creationId="{E9DC037C-C731-4D52-835A-5765F8A4FBF2}"/>
          </ac:grpSpMkLst>
        </pc:grpChg>
        <pc:graphicFrameChg chg="add del mod modGraphic">
          <ac:chgData name="Ashley Tegart" userId="b2658386-7ff3-4265-9ab4-c29f86c3dfa7" providerId="ADAL" clId="{1B7A6453-622F-402B-82F1-CC2794C4FA15}" dt="2024-10-17T05:13:01.275" v="8398" actId="478"/>
          <ac:graphicFrameMkLst>
            <pc:docMk/>
            <pc:sldMk cId="3556421662" sldId="294"/>
            <ac:graphicFrameMk id="9" creationId="{C2BDBE83-9D55-1B10-A332-10BE1E41199D}"/>
          </ac:graphicFrameMkLst>
        </pc:graphicFrameChg>
        <pc:graphicFrameChg chg="add mod">
          <ac:chgData name="Ashley Tegart" userId="b2658386-7ff3-4265-9ab4-c29f86c3dfa7" providerId="ADAL" clId="{1B7A6453-622F-402B-82F1-CC2794C4FA15}" dt="2024-10-15T04:35:04.929" v="5721"/>
          <ac:graphicFrameMkLst>
            <pc:docMk/>
            <pc:sldMk cId="3556421662" sldId="294"/>
            <ac:graphicFrameMk id="10" creationId="{88D6D505-5E80-9758-DB41-959652EDE4D4}"/>
          </ac:graphicFrameMkLst>
        </pc:graphicFrameChg>
        <pc:graphicFrameChg chg="add">
          <ac:chgData name="Ashley Tegart" userId="b2658386-7ff3-4265-9ab4-c29f86c3dfa7" providerId="ADAL" clId="{1B7A6453-622F-402B-82F1-CC2794C4FA15}" dt="2024-10-15T19:02:17.471" v="6352"/>
          <ac:graphicFrameMkLst>
            <pc:docMk/>
            <pc:sldMk cId="3556421662" sldId="294"/>
            <ac:graphicFrameMk id="11" creationId="{73DB9F1E-0221-C60F-F751-0E876EF529AB}"/>
          </ac:graphicFrameMkLst>
        </pc:graphicFrameChg>
        <pc:graphicFrameChg chg="add del mod modGraphic">
          <ac:chgData name="Ashley Tegart" userId="b2658386-7ff3-4265-9ab4-c29f86c3dfa7" providerId="ADAL" clId="{1B7A6453-622F-402B-82F1-CC2794C4FA15}" dt="2024-10-17T05:18:19.878" v="8522" actId="478"/>
          <ac:graphicFrameMkLst>
            <pc:docMk/>
            <pc:sldMk cId="3556421662" sldId="294"/>
            <ac:graphicFrameMk id="18" creationId="{DC56EC04-9773-7BD5-1C6F-4D1174B8B58C}"/>
          </ac:graphicFrameMkLst>
        </pc:graphicFrameChg>
        <pc:graphicFrameChg chg="add del mod modGraphic">
          <ac:chgData name="Ashley Tegart" userId="b2658386-7ff3-4265-9ab4-c29f86c3dfa7" providerId="ADAL" clId="{1B7A6453-622F-402B-82F1-CC2794C4FA15}" dt="2024-10-17T05:26:35.931" v="8656" actId="1076"/>
          <ac:graphicFrameMkLst>
            <pc:docMk/>
            <pc:sldMk cId="3556421662" sldId="294"/>
            <ac:graphicFrameMk id="19" creationId="{D3DD3E77-B9CC-8685-0123-1B02B0DA1511}"/>
          </ac:graphicFrameMkLst>
        </pc:graphicFrameChg>
        <pc:graphicFrameChg chg="add mod">
          <ac:chgData name="Ashley Tegart" userId="b2658386-7ff3-4265-9ab4-c29f86c3dfa7" providerId="ADAL" clId="{1B7A6453-622F-402B-82F1-CC2794C4FA15}" dt="2024-10-17T05:19:59.749" v="8575"/>
          <ac:graphicFrameMkLst>
            <pc:docMk/>
            <pc:sldMk cId="3556421662" sldId="294"/>
            <ac:graphicFrameMk id="20" creationId="{DD63FE41-97BA-B6F9-73A0-D01B5FFAD287}"/>
          </ac:graphicFrameMkLst>
        </pc:graphicFrameChg>
        <pc:graphicFrameChg chg="add mod">
          <ac:chgData name="Ashley Tegart" userId="b2658386-7ff3-4265-9ab4-c29f86c3dfa7" providerId="ADAL" clId="{1B7A6453-622F-402B-82F1-CC2794C4FA15}" dt="2024-10-17T05:20:18.499" v="8583"/>
          <ac:graphicFrameMkLst>
            <pc:docMk/>
            <pc:sldMk cId="3556421662" sldId="294"/>
            <ac:graphicFrameMk id="21" creationId="{163691FD-9C48-D61C-6167-67B40B7D5782}"/>
          </ac:graphicFrameMkLst>
        </pc:graphicFrameChg>
        <pc:picChg chg="add mod">
          <ac:chgData name="Ashley Tegart" userId="b2658386-7ff3-4265-9ab4-c29f86c3dfa7" providerId="ADAL" clId="{1B7A6453-622F-402B-82F1-CC2794C4FA15}" dt="2024-10-17T05:24:38.644" v="8641" actId="14100"/>
          <ac:picMkLst>
            <pc:docMk/>
            <pc:sldMk cId="3556421662" sldId="294"/>
            <ac:picMk id="17" creationId="{5D4EABCB-1AB5-3ECA-CD89-1542CDFC5142}"/>
          </ac:picMkLst>
        </pc:picChg>
      </pc:sldChg>
      <pc:sldChg chg="addSp delSp modSp mod ord modNotesTx">
        <pc:chgData name="Ashley Tegart" userId="b2658386-7ff3-4265-9ab4-c29f86c3dfa7" providerId="ADAL" clId="{1B7A6453-622F-402B-82F1-CC2794C4FA15}" dt="2024-10-17T05:36:09.369" v="8889" actId="255"/>
        <pc:sldMkLst>
          <pc:docMk/>
          <pc:sldMk cId="2336047639" sldId="296"/>
        </pc:sldMkLst>
        <pc:spChg chg="mod">
          <ac:chgData name="Ashley Tegart" userId="b2658386-7ff3-4265-9ab4-c29f86c3dfa7" providerId="ADAL" clId="{1B7A6453-622F-402B-82F1-CC2794C4FA15}" dt="2024-10-17T05:36:09.369" v="8889" actId="255"/>
          <ac:spMkLst>
            <pc:docMk/>
            <pc:sldMk cId="2336047639" sldId="296"/>
            <ac:spMk id="2" creationId="{18BD0752-E20A-47C9-AEC0-CA962932B9E1}"/>
          </ac:spMkLst>
        </pc:spChg>
        <pc:spChg chg="del mod">
          <ac:chgData name="Ashley Tegart" userId="b2658386-7ff3-4265-9ab4-c29f86c3dfa7" providerId="ADAL" clId="{1B7A6453-622F-402B-82F1-CC2794C4FA15}" dt="2024-10-09T16:48:00.945" v="2354" actId="478"/>
          <ac:spMkLst>
            <pc:docMk/>
            <pc:sldMk cId="2336047639" sldId="296"/>
            <ac:spMk id="3" creationId="{3B19C099-FBF0-4C2D-AD3C-745B6515EA99}"/>
          </ac:spMkLst>
        </pc:spChg>
        <pc:spChg chg="add mod">
          <ac:chgData name="Ashley Tegart" userId="b2658386-7ff3-4265-9ab4-c29f86c3dfa7" providerId="ADAL" clId="{1B7A6453-622F-402B-82F1-CC2794C4FA15}" dt="2024-10-17T05:35:51.449" v="8887" actId="14100"/>
          <ac:spMkLst>
            <pc:docMk/>
            <pc:sldMk cId="2336047639" sldId="296"/>
            <ac:spMk id="5" creationId="{515904A5-588F-56F6-3483-BD060D66793A}"/>
          </ac:spMkLst>
        </pc:spChg>
        <pc:spChg chg="del mod">
          <ac:chgData name="Ashley Tegart" userId="b2658386-7ff3-4265-9ab4-c29f86c3dfa7" providerId="ADAL" clId="{1B7A6453-622F-402B-82F1-CC2794C4FA15}" dt="2024-10-09T17:11:05.054" v="2499" actId="478"/>
          <ac:spMkLst>
            <pc:docMk/>
            <pc:sldMk cId="2336047639" sldId="296"/>
            <ac:spMk id="5" creationId="{8D1D3A90-E0E6-4A4D-9CE9-CC0D83B37EFA}"/>
          </ac:spMkLst>
        </pc:spChg>
        <pc:spChg chg="mod">
          <ac:chgData name="Ashley Tegart" userId="b2658386-7ff3-4265-9ab4-c29f86c3dfa7" providerId="ADAL" clId="{1B7A6453-622F-402B-82F1-CC2794C4FA15}" dt="2024-10-09T16:46:15.758" v="2343"/>
          <ac:spMkLst>
            <pc:docMk/>
            <pc:sldMk cId="2336047639" sldId="296"/>
            <ac:spMk id="6" creationId="{12233250-E152-9D7F-0430-6D5151DE10EC}"/>
          </ac:spMkLst>
        </pc:spChg>
        <pc:spChg chg="mod">
          <ac:chgData name="Ashley Tegart" userId="b2658386-7ff3-4265-9ab4-c29f86c3dfa7" providerId="ADAL" clId="{1B7A6453-622F-402B-82F1-CC2794C4FA15}" dt="2024-10-09T16:46:15.758" v="2343"/>
          <ac:spMkLst>
            <pc:docMk/>
            <pc:sldMk cId="2336047639" sldId="296"/>
            <ac:spMk id="7" creationId="{A60B54EC-1B79-441E-A46B-2498AF485448}"/>
          </ac:spMkLst>
        </pc:spChg>
        <pc:spChg chg="add mod">
          <ac:chgData name="Ashley Tegart" userId="b2658386-7ff3-4265-9ab4-c29f86c3dfa7" providerId="ADAL" clId="{1B7A6453-622F-402B-82F1-CC2794C4FA15}" dt="2024-10-16T04:35:57.703" v="8138" actId="20577"/>
          <ac:spMkLst>
            <pc:docMk/>
            <pc:sldMk cId="2336047639" sldId="296"/>
            <ac:spMk id="8" creationId="{D44E140F-8AF7-DB8A-6CE9-3E21CA81547A}"/>
          </ac:spMkLst>
        </pc:spChg>
        <pc:spChg chg="add mod">
          <ac:chgData name="Ashley Tegart" userId="b2658386-7ff3-4265-9ab4-c29f86c3dfa7" providerId="ADAL" clId="{1B7A6453-622F-402B-82F1-CC2794C4FA15}" dt="2024-10-17T05:33:40.089" v="8848" actId="1038"/>
          <ac:spMkLst>
            <pc:docMk/>
            <pc:sldMk cId="2336047639" sldId="296"/>
            <ac:spMk id="10" creationId="{A3841088-4518-56FB-AFFD-111461B4074A}"/>
          </ac:spMkLst>
        </pc:spChg>
        <pc:spChg chg="add mod">
          <ac:chgData name="Ashley Tegart" userId="b2658386-7ff3-4265-9ab4-c29f86c3dfa7" providerId="ADAL" clId="{1B7A6453-622F-402B-82F1-CC2794C4FA15}" dt="2024-10-17T05:33:33.340" v="8846" actId="1038"/>
          <ac:spMkLst>
            <pc:docMk/>
            <pc:sldMk cId="2336047639" sldId="296"/>
            <ac:spMk id="11" creationId="{E3AE9F53-FB70-432D-C6E2-94E92B584513}"/>
          </ac:spMkLst>
        </pc:spChg>
        <pc:spChg chg="add mod">
          <ac:chgData name="Ashley Tegart" userId="b2658386-7ff3-4265-9ab4-c29f86c3dfa7" providerId="ADAL" clId="{1B7A6453-622F-402B-82F1-CC2794C4FA15}" dt="2024-10-17T05:33:28.123" v="8843" actId="1037"/>
          <ac:spMkLst>
            <pc:docMk/>
            <pc:sldMk cId="2336047639" sldId="296"/>
            <ac:spMk id="12" creationId="{BE79CA67-8E19-FD5C-EEC0-F7B122A440A2}"/>
          </ac:spMkLst>
        </pc:spChg>
        <pc:spChg chg="add mod">
          <ac:chgData name="Ashley Tegart" userId="b2658386-7ff3-4265-9ab4-c29f86c3dfa7" providerId="ADAL" clId="{1B7A6453-622F-402B-82F1-CC2794C4FA15}" dt="2024-10-17T05:33:24.288" v="8836" actId="1038"/>
          <ac:spMkLst>
            <pc:docMk/>
            <pc:sldMk cId="2336047639" sldId="296"/>
            <ac:spMk id="13" creationId="{25F7C267-637B-7BDF-61B8-1C3B7EAE348A}"/>
          </ac:spMkLst>
        </pc:spChg>
        <pc:grpChg chg="add mod">
          <ac:chgData name="Ashley Tegart" userId="b2658386-7ff3-4265-9ab4-c29f86c3dfa7" providerId="ADAL" clId="{1B7A6453-622F-402B-82F1-CC2794C4FA15}" dt="2024-10-09T17:10:32.654" v="2456" actId="14100"/>
          <ac:grpSpMkLst>
            <pc:docMk/>
            <pc:sldMk cId="2336047639" sldId="296"/>
            <ac:grpSpMk id="4" creationId="{4496DD89-272B-B4E0-C189-1C15F27A83F6}"/>
          </ac:grpSpMkLst>
        </pc:grpChg>
        <pc:picChg chg="add del mod">
          <ac:chgData name="Ashley Tegart" userId="b2658386-7ff3-4265-9ab4-c29f86c3dfa7" providerId="ADAL" clId="{1B7A6453-622F-402B-82F1-CC2794C4FA15}" dt="2024-10-17T05:27:15.619" v="8660" actId="478"/>
          <ac:picMkLst>
            <pc:docMk/>
            <pc:sldMk cId="2336047639" sldId="296"/>
            <ac:picMk id="3" creationId="{6C4DA32D-DB27-385D-31D3-0C1CB886E463}"/>
          </ac:picMkLst>
        </pc:picChg>
        <pc:picChg chg="add del mod">
          <ac:chgData name="Ashley Tegart" userId="b2658386-7ff3-4265-9ab4-c29f86c3dfa7" providerId="ADAL" clId="{1B7A6453-622F-402B-82F1-CC2794C4FA15}" dt="2024-10-15T20:45:40.784" v="6568" actId="478"/>
          <ac:picMkLst>
            <pc:docMk/>
            <pc:sldMk cId="2336047639" sldId="296"/>
            <ac:picMk id="9" creationId="{16E9990D-3EFF-A65C-11F4-9635F34BF328}"/>
          </ac:picMkLst>
        </pc:picChg>
        <pc:picChg chg="add mod">
          <ac:chgData name="Ashley Tegart" userId="b2658386-7ff3-4265-9ab4-c29f86c3dfa7" providerId="ADAL" clId="{1B7A6453-622F-402B-82F1-CC2794C4FA15}" dt="2024-10-17T05:33:13.944" v="8829" actId="14100"/>
          <ac:picMkLst>
            <pc:docMk/>
            <pc:sldMk cId="2336047639" sldId="296"/>
            <ac:picMk id="15" creationId="{D1D9BE11-DC3C-F82F-6A3E-A978EF6069AB}"/>
          </ac:picMkLst>
        </pc:picChg>
      </pc:sldChg>
      <pc:sldChg chg="addSp delSp modSp mod">
        <pc:chgData name="Ashley Tegart" userId="b2658386-7ff3-4265-9ab4-c29f86c3dfa7" providerId="ADAL" clId="{1B7A6453-622F-402B-82F1-CC2794C4FA15}" dt="2024-10-17T06:02:36.446" v="9584" actId="20577"/>
        <pc:sldMkLst>
          <pc:docMk/>
          <pc:sldMk cId="481872005" sldId="297"/>
        </pc:sldMkLst>
        <pc:spChg chg="add mod">
          <ac:chgData name="Ashley Tegart" userId="b2658386-7ff3-4265-9ab4-c29f86c3dfa7" providerId="ADAL" clId="{1B7A6453-622F-402B-82F1-CC2794C4FA15}" dt="2024-10-09T17:11:45.657" v="2544" actId="20577"/>
          <ac:spMkLst>
            <pc:docMk/>
            <pc:sldMk cId="481872005" sldId="297"/>
            <ac:spMk id="2" creationId="{ACDBBB7F-238D-1AF9-3A88-C15400116C73}"/>
          </ac:spMkLst>
        </pc:spChg>
        <pc:spChg chg="del mod topLvl">
          <ac:chgData name="Ashley Tegart" userId="b2658386-7ff3-4265-9ab4-c29f86c3dfa7" providerId="ADAL" clId="{1B7A6453-622F-402B-82F1-CC2794C4FA15}" dt="2024-10-17T05:58:34.269" v="9448" actId="478"/>
          <ac:spMkLst>
            <pc:docMk/>
            <pc:sldMk cId="481872005" sldId="297"/>
            <ac:spMk id="3" creationId="{00000000-0000-0000-0000-000000000000}"/>
          </ac:spMkLst>
        </pc:spChg>
        <pc:spChg chg="add mod">
          <ac:chgData name="Ashley Tegart" userId="b2658386-7ff3-4265-9ab4-c29f86c3dfa7" providerId="ADAL" clId="{1B7A6453-622F-402B-82F1-CC2794C4FA15}" dt="2024-10-17T06:01:02.472" v="9519" actId="1076"/>
          <ac:spMkLst>
            <pc:docMk/>
            <pc:sldMk cId="481872005" sldId="297"/>
            <ac:spMk id="4" creationId="{F43581C9-BB67-E1BA-C6E3-7B0F143E6FF2}"/>
          </ac:spMkLst>
        </pc:spChg>
        <pc:spChg chg="del mod topLvl">
          <ac:chgData name="Ashley Tegart" userId="b2658386-7ff3-4265-9ab4-c29f86c3dfa7" providerId="ADAL" clId="{1B7A6453-622F-402B-82F1-CC2794C4FA15}" dt="2024-10-17T05:58:33.401" v="9447" actId="478"/>
          <ac:spMkLst>
            <pc:docMk/>
            <pc:sldMk cId="481872005" sldId="297"/>
            <ac:spMk id="5" creationId="{00000000-0000-0000-0000-000000000000}"/>
          </ac:spMkLst>
        </pc:spChg>
        <pc:spChg chg="add mod">
          <ac:chgData name="Ashley Tegart" userId="b2658386-7ff3-4265-9ab4-c29f86c3dfa7" providerId="ADAL" clId="{1B7A6453-622F-402B-82F1-CC2794C4FA15}" dt="2024-10-17T06:02:36.446" v="9584" actId="20577"/>
          <ac:spMkLst>
            <pc:docMk/>
            <pc:sldMk cId="481872005" sldId="297"/>
            <ac:spMk id="7" creationId="{42945015-B9CD-EB19-3184-A624A773C6A0}"/>
          </ac:spMkLst>
        </pc:spChg>
        <pc:spChg chg="del mod">
          <ac:chgData name="Ashley Tegart" userId="b2658386-7ff3-4265-9ab4-c29f86c3dfa7" providerId="ADAL" clId="{1B7A6453-622F-402B-82F1-CC2794C4FA15}" dt="2024-10-09T16:52:08.678" v="2392" actId="478"/>
          <ac:spMkLst>
            <pc:docMk/>
            <pc:sldMk cId="481872005" sldId="297"/>
            <ac:spMk id="11" creationId="{0A39365D-A6B5-4623-AC67-FBE1BB6FC527}"/>
          </ac:spMkLst>
        </pc:spChg>
        <pc:spChg chg="del mod">
          <ac:chgData name="Ashley Tegart" userId="b2658386-7ff3-4265-9ab4-c29f86c3dfa7" providerId="ADAL" clId="{1B7A6453-622F-402B-82F1-CC2794C4FA15}" dt="2024-10-17T05:58:30.607" v="9445" actId="478"/>
          <ac:spMkLst>
            <pc:docMk/>
            <pc:sldMk cId="481872005" sldId="297"/>
            <ac:spMk id="12" creationId="{4B00ADBE-6249-46EB-B9DA-3742A4C1861C}"/>
          </ac:spMkLst>
        </pc:spChg>
        <pc:spChg chg="del mod">
          <ac:chgData name="Ashley Tegart" userId="b2658386-7ff3-4265-9ab4-c29f86c3dfa7" providerId="ADAL" clId="{1B7A6453-622F-402B-82F1-CC2794C4FA15}" dt="2024-10-09T19:12:56.406" v="4072" actId="478"/>
          <ac:spMkLst>
            <pc:docMk/>
            <pc:sldMk cId="481872005" sldId="297"/>
            <ac:spMk id="13" creationId="{55736E10-E5EA-4722-965A-D729B89C31C5}"/>
          </ac:spMkLst>
        </pc:spChg>
        <pc:spChg chg="del mod">
          <ac:chgData name="Ashley Tegart" userId="b2658386-7ff3-4265-9ab4-c29f86c3dfa7" providerId="ADAL" clId="{1B7A6453-622F-402B-82F1-CC2794C4FA15}" dt="2024-10-17T05:58:26.563" v="9444" actId="478"/>
          <ac:spMkLst>
            <pc:docMk/>
            <pc:sldMk cId="481872005" sldId="297"/>
            <ac:spMk id="14" creationId="{2C051D4B-F876-4298-8444-3660EC633A7D}"/>
          </ac:spMkLst>
        </pc:spChg>
        <pc:spChg chg="mod">
          <ac:chgData name="Ashley Tegart" userId="b2658386-7ff3-4265-9ab4-c29f86c3dfa7" providerId="ADAL" clId="{1B7A6453-622F-402B-82F1-CC2794C4FA15}" dt="2024-10-09T16:46:32.882" v="2344" actId="207"/>
          <ac:spMkLst>
            <pc:docMk/>
            <pc:sldMk cId="481872005" sldId="297"/>
            <ac:spMk id="24" creationId="{FAC1F606-62F6-4305-800B-EF4BDCC04BC6}"/>
          </ac:spMkLst>
        </pc:spChg>
        <pc:spChg chg="mod">
          <ac:chgData name="Ashley Tegart" userId="b2658386-7ff3-4265-9ab4-c29f86c3dfa7" providerId="ADAL" clId="{1B7A6453-622F-402B-82F1-CC2794C4FA15}" dt="2024-10-09T16:46:32.882" v="2344" actId="207"/>
          <ac:spMkLst>
            <pc:docMk/>
            <pc:sldMk cId="481872005" sldId="297"/>
            <ac:spMk id="25" creationId="{DE9D9B32-EA9E-452A-AFED-2BFD37C8107A}"/>
          </ac:spMkLst>
        </pc:spChg>
        <pc:grpChg chg="del">
          <ac:chgData name="Ashley Tegart" userId="b2658386-7ff3-4265-9ab4-c29f86c3dfa7" providerId="ADAL" clId="{1B7A6453-622F-402B-82F1-CC2794C4FA15}" dt="2024-10-17T05:58:33.401" v="9447" actId="478"/>
          <ac:grpSpMkLst>
            <pc:docMk/>
            <pc:sldMk cId="481872005" sldId="297"/>
            <ac:grpSpMk id="16" creationId="{ADB5CCF6-D003-45D9-8F14-8EE301C22CEC}"/>
          </ac:grpSpMkLst>
        </pc:grpChg>
        <pc:grpChg chg="mod">
          <ac:chgData name="Ashley Tegart" userId="b2658386-7ff3-4265-9ab4-c29f86c3dfa7" providerId="ADAL" clId="{1B7A6453-622F-402B-82F1-CC2794C4FA15}" dt="2024-10-09T17:11:24.724" v="2504" actId="14100"/>
          <ac:grpSpMkLst>
            <pc:docMk/>
            <pc:sldMk cId="481872005" sldId="297"/>
            <ac:grpSpMk id="23" creationId="{E9DC037C-C731-4D52-835A-5765F8A4FBF2}"/>
          </ac:grpSpMkLst>
        </pc:grpChg>
        <pc:picChg chg="add mod">
          <ac:chgData name="Ashley Tegart" userId="b2658386-7ff3-4265-9ab4-c29f86c3dfa7" providerId="ADAL" clId="{1B7A6453-622F-402B-82F1-CC2794C4FA15}" dt="2024-10-17T06:02:09.118" v="9530" actId="1076"/>
          <ac:picMkLst>
            <pc:docMk/>
            <pc:sldMk cId="481872005" sldId="297"/>
            <ac:picMk id="6" creationId="{BA63A64F-AB6D-4E34-EABD-40E321BB3B54}"/>
          </ac:picMkLst>
        </pc:picChg>
      </pc:sldChg>
      <pc:sldChg chg="modSp del mod">
        <pc:chgData name="Ashley Tegart" userId="b2658386-7ff3-4265-9ab4-c29f86c3dfa7" providerId="ADAL" clId="{1B7A6453-622F-402B-82F1-CC2794C4FA15}" dt="2024-10-09T16:50:07.338" v="2377" actId="2696"/>
        <pc:sldMkLst>
          <pc:docMk/>
          <pc:sldMk cId="2396656810" sldId="298"/>
        </pc:sldMkLst>
        <pc:spChg chg="mod">
          <ac:chgData name="Ashley Tegart" userId="b2658386-7ff3-4265-9ab4-c29f86c3dfa7" providerId="ADAL" clId="{1B7A6453-622F-402B-82F1-CC2794C4FA15}" dt="2024-10-09T16:42:26.899" v="2316" actId="790"/>
          <ac:spMkLst>
            <pc:docMk/>
            <pc:sldMk cId="2396656810" sldId="298"/>
            <ac:spMk id="3" creationId="{00000000-0000-0000-0000-000000000000}"/>
          </ac:spMkLst>
        </pc:spChg>
        <pc:spChg chg="mod">
          <ac:chgData name="Ashley Tegart" userId="b2658386-7ff3-4265-9ab4-c29f86c3dfa7" providerId="ADAL" clId="{1B7A6453-622F-402B-82F1-CC2794C4FA15}" dt="2024-10-09T16:42:26.899" v="2316" actId="790"/>
          <ac:spMkLst>
            <pc:docMk/>
            <pc:sldMk cId="2396656810" sldId="298"/>
            <ac:spMk id="5" creationId="{00000000-0000-0000-0000-000000000000}"/>
          </ac:spMkLst>
        </pc:spChg>
        <pc:spChg chg="mod">
          <ac:chgData name="Ashley Tegart" userId="b2658386-7ff3-4265-9ab4-c29f86c3dfa7" providerId="ADAL" clId="{1B7A6453-622F-402B-82F1-CC2794C4FA15}" dt="2024-10-09T16:42:26.899" v="2316" actId="790"/>
          <ac:spMkLst>
            <pc:docMk/>
            <pc:sldMk cId="2396656810" sldId="298"/>
            <ac:spMk id="11" creationId="{0A39365D-A6B5-4623-AC67-FBE1BB6FC527}"/>
          </ac:spMkLst>
        </pc:spChg>
        <pc:spChg chg="mod">
          <ac:chgData name="Ashley Tegart" userId="b2658386-7ff3-4265-9ab4-c29f86c3dfa7" providerId="ADAL" clId="{1B7A6453-622F-402B-82F1-CC2794C4FA15}" dt="2024-10-09T16:42:26.899" v="2316" actId="790"/>
          <ac:spMkLst>
            <pc:docMk/>
            <pc:sldMk cId="2396656810" sldId="298"/>
            <ac:spMk id="12" creationId="{4B00ADBE-6249-46EB-B9DA-3742A4C1861C}"/>
          </ac:spMkLst>
        </pc:spChg>
        <pc:spChg chg="mod">
          <ac:chgData name="Ashley Tegart" userId="b2658386-7ff3-4265-9ab4-c29f86c3dfa7" providerId="ADAL" clId="{1B7A6453-622F-402B-82F1-CC2794C4FA15}" dt="2024-10-09T16:46:49.199" v="2345" actId="207"/>
          <ac:spMkLst>
            <pc:docMk/>
            <pc:sldMk cId="2396656810" sldId="298"/>
            <ac:spMk id="24" creationId="{FAC1F606-62F6-4305-800B-EF4BDCC04BC6}"/>
          </ac:spMkLst>
        </pc:spChg>
        <pc:spChg chg="mod">
          <ac:chgData name="Ashley Tegart" userId="b2658386-7ff3-4265-9ab4-c29f86c3dfa7" providerId="ADAL" clId="{1B7A6453-622F-402B-82F1-CC2794C4FA15}" dt="2024-10-09T16:46:49.199" v="2345" actId="207"/>
          <ac:spMkLst>
            <pc:docMk/>
            <pc:sldMk cId="2396656810" sldId="298"/>
            <ac:spMk id="25" creationId="{DE9D9B32-EA9E-452A-AFED-2BFD37C8107A}"/>
          </ac:spMkLst>
        </pc:spChg>
        <pc:grpChg chg="mod">
          <ac:chgData name="Ashley Tegart" userId="b2658386-7ff3-4265-9ab4-c29f86c3dfa7" providerId="ADAL" clId="{1B7A6453-622F-402B-82F1-CC2794C4FA15}" dt="2024-10-09T16:46:49.199" v="2345" actId="207"/>
          <ac:grpSpMkLst>
            <pc:docMk/>
            <pc:sldMk cId="2396656810" sldId="298"/>
            <ac:grpSpMk id="23" creationId="{E9DC037C-C731-4D52-835A-5765F8A4FBF2}"/>
          </ac:grpSpMkLst>
        </pc:grpChg>
      </pc:sldChg>
      <pc:sldChg chg="modSp del mod">
        <pc:chgData name="Ashley Tegart" userId="b2658386-7ff3-4265-9ab4-c29f86c3dfa7" providerId="ADAL" clId="{1B7A6453-622F-402B-82F1-CC2794C4FA15}" dt="2024-10-09T16:49:59.388" v="2376" actId="2696"/>
        <pc:sldMkLst>
          <pc:docMk/>
          <pc:sldMk cId="2622824216" sldId="299"/>
        </pc:sldMkLst>
        <pc:spChg chg="mod">
          <ac:chgData name="Ashley Tegart" userId="b2658386-7ff3-4265-9ab4-c29f86c3dfa7" providerId="ADAL" clId="{1B7A6453-622F-402B-82F1-CC2794C4FA15}" dt="2024-10-09T16:42:26.899" v="2316" actId="790"/>
          <ac:spMkLst>
            <pc:docMk/>
            <pc:sldMk cId="2622824216" sldId="299"/>
            <ac:spMk id="4" creationId="{3702397C-AA07-4AF0-A609-A4DD4578DF80}"/>
          </ac:spMkLst>
        </pc:spChg>
        <pc:spChg chg="mod">
          <ac:chgData name="Ashley Tegart" userId="b2658386-7ff3-4265-9ab4-c29f86c3dfa7" providerId="ADAL" clId="{1B7A6453-622F-402B-82F1-CC2794C4FA15}" dt="2024-10-09T16:42:26.899" v="2316" actId="790"/>
          <ac:spMkLst>
            <pc:docMk/>
            <pc:sldMk cId="2622824216" sldId="299"/>
            <ac:spMk id="5" creationId="{D4998675-0DEC-4784-9814-B50D4F44C098}"/>
          </ac:spMkLst>
        </pc:spChg>
        <pc:spChg chg="mod">
          <ac:chgData name="Ashley Tegart" userId="b2658386-7ff3-4265-9ab4-c29f86c3dfa7" providerId="ADAL" clId="{1B7A6453-622F-402B-82F1-CC2794C4FA15}" dt="2024-10-09T16:42:26.899" v="2316" actId="790"/>
          <ac:spMkLst>
            <pc:docMk/>
            <pc:sldMk cId="2622824216" sldId="299"/>
            <ac:spMk id="6" creationId="{853DA6BC-3AC2-481B-9E11-9DF63318BDE2}"/>
          </ac:spMkLst>
        </pc:spChg>
        <pc:spChg chg="mod">
          <ac:chgData name="Ashley Tegart" userId="b2658386-7ff3-4265-9ab4-c29f86c3dfa7" providerId="ADAL" clId="{1B7A6453-622F-402B-82F1-CC2794C4FA15}" dt="2024-10-09T16:42:26.899" v="2316" actId="790"/>
          <ac:spMkLst>
            <pc:docMk/>
            <pc:sldMk cId="2622824216" sldId="299"/>
            <ac:spMk id="12" creationId="{EAB6FCD9-8594-42E4-AF0D-FAE4D798B729}"/>
          </ac:spMkLst>
        </pc:spChg>
        <pc:spChg chg="mod">
          <ac:chgData name="Ashley Tegart" userId="b2658386-7ff3-4265-9ab4-c29f86c3dfa7" providerId="ADAL" clId="{1B7A6453-622F-402B-82F1-CC2794C4FA15}" dt="2024-10-09T16:42:26.899" v="2316" actId="790"/>
          <ac:spMkLst>
            <pc:docMk/>
            <pc:sldMk cId="2622824216" sldId="299"/>
            <ac:spMk id="13" creationId="{C7B61592-CBFC-412E-85BF-257B0C4F3C34}"/>
          </ac:spMkLst>
        </pc:spChg>
        <pc:spChg chg="mod">
          <ac:chgData name="Ashley Tegart" userId="b2658386-7ff3-4265-9ab4-c29f86c3dfa7" providerId="ADAL" clId="{1B7A6453-622F-402B-82F1-CC2794C4FA15}" dt="2024-10-09T16:42:26.899" v="2316" actId="790"/>
          <ac:spMkLst>
            <pc:docMk/>
            <pc:sldMk cId="2622824216" sldId="299"/>
            <ac:spMk id="14" creationId="{8B8F18DE-20E0-4FCB-9E0E-B4BEC1D3B9E4}"/>
          </ac:spMkLst>
        </pc:spChg>
        <pc:graphicFrameChg chg="mod modGraphic">
          <ac:chgData name="Ashley Tegart" userId="b2658386-7ff3-4265-9ab4-c29f86c3dfa7" providerId="ADAL" clId="{1B7A6453-622F-402B-82F1-CC2794C4FA15}" dt="2024-10-09T16:48:33.221" v="2356" actId="339"/>
          <ac:graphicFrameMkLst>
            <pc:docMk/>
            <pc:sldMk cId="2622824216" sldId="299"/>
            <ac:graphicFrameMk id="2" creationId="{D3E051D1-6F03-487B-8B7A-3894F521035E}"/>
          </ac:graphicFrameMkLst>
        </pc:graphicFrameChg>
      </pc:sldChg>
      <pc:sldChg chg="modSp del mod">
        <pc:chgData name="Ashley Tegart" userId="b2658386-7ff3-4265-9ab4-c29f86c3dfa7" providerId="ADAL" clId="{1B7A6453-622F-402B-82F1-CC2794C4FA15}" dt="2024-10-09T16:49:56.348" v="2375" actId="2696"/>
        <pc:sldMkLst>
          <pc:docMk/>
          <pc:sldMk cId="1234192476" sldId="300"/>
        </pc:sldMkLst>
        <pc:spChg chg="mod">
          <ac:chgData name="Ashley Tegart" userId="b2658386-7ff3-4265-9ab4-c29f86c3dfa7" providerId="ADAL" clId="{1B7A6453-622F-402B-82F1-CC2794C4FA15}" dt="2024-10-09T16:42:26.899" v="2316" actId="790"/>
          <ac:spMkLst>
            <pc:docMk/>
            <pc:sldMk cId="1234192476" sldId="300"/>
            <ac:spMk id="3" creationId="{00000000-0000-0000-0000-000000000000}"/>
          </ac:spMkLst>
        </pc:spChg>
        <pc:spChg chg="mod">
          <ac:chgData name="Ashley Tegart" userId="b2658386-7ff3-4265-9ab4-c29f86c3dfa7" providerId="ADAL" clId="{1B7A6453-622F-402B-82F1-CC2794C4FA15}" dt="2024-10-09T16:42:26.899" v="2316" actId="790"/>
          <ac:spMkLst>
            <pc:docMk/>
            <pc:sldMk cId="1234192476" sldId="300"/>
            <ac:spMk id="5" creationId="{00000000-0000-0000-0000-000000000000}"/>
          </ac:spMkLst>
        </pc:spChg>
        <pc:spChg chg="mod">
          <ac:chgData name="Ashley Tegart" userId="b2658386-7ff3-4265-9ab4-c29f86c3dfa7" providerId="ADAL" clId="{1B7A6453-622F-402B-82F1-CC2794C4FA15}" dt="2024-10-09T16:42:26.899" v="2316" actId="790"/>
          <ac:spMkLst>
            <pc:docMk/>
            <pc:sldMk cId="1234192476" sldId="300"/>
            <ac:spMk id="11" creationId="{0A39365D-A6B5-4623-AC67-FBE1BB6FC527}"/>
          </ac:spMkLst>
        </pc:spChg>
        <pc:spChg chg="mod">
          <ac:chgData name="Ashley Tegart" userId="b2658386-7ff3-4265-9ab4-c29f86c3dfa7" providerId="ADAL" clId="{1B7A6453-622F-402B-82F1-CC2794C4FA15}" dt="2024-10-09T16:42:26.899" v="2316" actId="790"/>
          <ac:spMkLst>
            <pc:docMk/>
            <pc:sldMk cId="1234192476" sldId="300"/>
            <ac:spMk id="12" creationId="{4B00ADBE-6249-46EB-B9DA-3742A4C1861C}"/>
          </ac:spMkLst>
        </pc:spChg>
        <pc:spChg chg="mod">
          <ac:chgData name="Ashley Tegart" userId="b2658386-7ff3-4265-9ab4-c29f86c3dfa7" providerId="ADAL" clId="{1B7A6453-622F-402B-82F1-CC2794C4FA15}" dt="2024-10-09T16:42:26.899" v="2316" actId="790"/>
          <ac:spMkLst>
            <pc:docMk/>
            <pc:sldMk cId="1234192476" sldId="300"/>
            <ac:spMk id="14" creationId="{9DA9961E-57A1-4D3B-9B2C-2E651AC50244}"/>
          </ac:spMkLst>
        </pc:spChg>
        <pc:spChg chg="mod">
          <ac:chgData name="Ashley Tegart" userId="b2658386-7ff3-4265-9ab4-c29f86c3dfa7" providerId="ADAL" clId="{1B7A6453-622F-402B-82F1-CC2794C4FA15}" dt="2024-10-09T16:42:26.899" v="2316" actId="790"/>
          <ac:spMkLst>
            <pc:docMk/>
            <pc:sldMk cId="1234192476" sldId="300"/>
            <ac:spMk id="24" creationId="{FAC1F606-62F6-4305-800B-EF4BDCC04BC6}"/>
          </ac:spMkLst>
        </pc:spChg>
        <pc:spChg chg="mod">
          <ac:chgData name="Ashley Tegart" userId="b2658386-7ff3-4265-9ab4-c29f86c3dfa7" providerId="ADAL" clId="{1B7A6453-622F-402B-82F1-CC2794C4FA15}" dt="2024-10-09T16:42:26.899" v="2316" actId="790"/>
          <ac:spMkLst>
            <pc:docMk/>
            <pc:sldMk cId="1234192476" sldId="300"/>
            <ac:spMk id="25" creationId="{DE9D9B32-EA9E-452A-AFED-2BFD37C8107A}"/>
          </ac:spMkLst>
        </pc:spChg>
      </pc:sldChg>
      <pc:sldChg chg="modSp del mod">
        <pc:chgData name="Ashley Tegart" userId="b2658386-7ff3-4265-9ab4-c29f86c3dfa7" providerId="ADAL" clId="{1B7A6453-622F-402B-82F1-CC2794C4FA15}" dt="2024-10-09T16:47:22.776" v="2349" actId="2696"/>
        <pc:sldMkLst>
          <pc:docMk/>
          <pc:sldMk cId="1678988969" sldId="301"/>
        </pc:sldMkLst>
        <pc:spChg chg="mod">
          <ac:chgData name="Ashley Tegart" userId="b2658386-7ff3-4265-9ab4-c29f86c3dfa7" providerId="ADAL" clId="{1B7A6453-622F-402B-82F1-CC2794C4FA15}" dt="2024-10-09T16:42:26.899" v="2316" actId="790"/>
          <ac:spMkLst>
            <pc:docMk/>
            <pc:sldMk cId="1678988969" sldId="301"/>
            <ac:spMk id="2" creationId="{D6E76A76-2ED0-4D1A-A2A7-6AA9001984A6}"/>
          </ac:spMkLst>
        </pc:spChg>
        <pc:spChg chg="mod">
          <ac:chgData name="Ashley Tegart" userId="b2658386-7ff3-4265-9ab4-c29f86c3dfa7" providerId="ADAL" clId="{1B7A6453-622F-402B-82F1-CC2794C4FA15}" dt="2024-10-09T16:42:26.899" v="2316" actId="790"/>
          <ac:spMkLst>
            <pc:docMk/>
            <pc:sldMk cId="1678988969" sldId="301"/>
            <ac:spMk id="3" creationId="{00000000-0000-0000-0000-000000000000}"/>
          </ac:spMkLst>
        </pc:spChg>
        <pc:spChg chg="mod">
          <ac:chgData name="Ashley Tegart" userId="b2658386-7ff3-4265-9ab4-c29f86c3dfa7" providerId="ADAL" clId="{1B7A6453-622F-402B-82F1-CC2794C4FA15}" dt="2024-10-09T16:42:26.899" v="2316" actId="790"/>
          <ac:spMkLst>
            <pc:docMk/>
            <pc:sldMk cId="1678988969" sldId="301"/>
            <ac:spMk id="5" creationId="{00000000-0000-0000-0000-000000000000}"/>
          </ac:spMkLst>
        </pc:spChg>
        <pc:spChg chg="mod">
          <ac:chgData name="Ashley Tegart" userId="b2658386-7ff3-4265-9ab4-c29f86c3dfa7" providerId="ADAL" clId="{1B7A6453-622F-402B-82F1-CC2794C4FA15}" dt="2024-10-09T16:42:26.899" v="2316" actId="790"/>
          <ac:spMkLst>
            <pc:docMk/>
            <pc:sldMk cId="1678988969" sldId="301"/>
            <ac:spMk id="11" creationId="{0A39365D-A6B5-4623-AC67-FBE1BB6FC527}"/>
          </ac:spMkLst>
        </pc:spChg>
        <pc:spChg chg="mod">
          <ac:chgData name="Ashley Tegart" userId="b2658386-7ff3-4265-9ab4-c29f86c3dfa7" providerId="ADAL" clId="{1B7A6453-622F-402B-82F1-CC2794C4FA15}" dt="2024-10-09T16:42:26.899" v="2316" actId="790"/>
          <ac:spMkLst>
            <pc:docMk/>
            <pc:sldMk cId="1678988969" sldId="301"/>
            <ac:spMk id="12" creationId="{4B00ADBE-6249-46EB-B9DA-3742A4C1861C}"/>
          </ac:spMkLst>
        </pc:spChg>
        <pc:spChg chg="mod">
          <ac:chgData name="Ashley Tegart" userId="b2658386-7ff3-4265-9ab4-c29f86c3dfa7" providerId="ADAL" clId="{1B7A6453-622F-402B-82F1-CC2794C4FA15}" dt="2024-10-09T16:42:26.899" v="2316" actId="790"/>
          <ac:spMkLst>
            <pc:docMk/>
            <pc:sldMk cId="1678988969" sldId="301"/>
            <ac:spMk id="13" creationId="{7CD7C84A-08EC-4DA5-8F14-47F0DCE62C1B}"/>
          </ac:spMkLst>
        </pc:spChg>
        <pc:spChg chg="mod">
          <ac:chgData name="Ashley Tegart" userId="b2658386-7ff3-4265-9ab4-c29f86c3dfa7" providerId="ADAL" clId="{1B7A6453-622F-402B-82F1-CC2794C4FA15}" dt="2024-10-09T16:42:26.899" v="2316" actId="790"/>
          <ac:spMkLst>
            <pc:docMk/>
            <pc:sldMk cId="1678988969" sldId="301"/>
            <ac:spMk id="24" creationId="{FAC1F606-62F6-4305-800B-EF4BDCC04BC6}"/>
          </ac:spMkLst>
        </pc:spChg>
        <pc:spChg chg="mod">
          <ac:chgData name="Ashley Tegart" userId="b2658386-7ff3-4265-9ab4-c29f86c3dfa7" providerId="ADAL" clId="{1B7A6453-622F-402B-82F1-CC2794C4FA15}" dt="2024-10-09T16:42:26.899" v="2316" actId="790"/>
          <ac:spMkLst>
            <pc:docMk/>
            <pc:sldMk cId="1678988969" sldId="301"/>
            <ac:spMk id="25" creationId="{DE9D9B32-EA9E-452A-AFED-2BFD37C8107A}"/>
          </ac:spMkLst>
        </pc:spChg>
      </pc:sldChg>
      <pc:sldChg chg="addSp delSp modSp del mod">
        <pc:chgData name="Ashley Tegart" userId="b2658386-7ff3-4265-9ab4-c29f86c3dfa7" providerId="ADAL" clId="{1B7A6453-622F-402B-82F1-CC2794C4FA15}" dt="2024-10-17T04:52:18.412" v="8290" actId="2696"/>
        <pc:sldMkLst>
          <pc:docMk/>
          <pc:sldMk cId="1835443829" sldId="302"/>
        </pc:sldMkLst>
        <pc:spChg chg="add mod">
          <ac:chgData name="Ashley Tegart" userId="b2658386-7ff3-4265-9ab4-c29f86c3dfa7" providerId="ADAL" clId="{1B7A6453-622F-402B-82F1-CC2794C4FA15}" dt="2024-10-09T17:12:21.451" v="2569" actId="20577"/>
          <ac:spMkLst>
            <pc:docMk/>
            <pc:sldMk cId="1835443829" sldId="302"/>
            <ac:spMk id="3" creationId="{476FE9FF-CEE2-19E8-7D3B-38D1DFFBC36F}"/>
          </ac:spMkLst>
        </pc:spChg>
        <pc:spChg chg="add mod">
          <ac:chgData name="Ashley Tegart" userId="b2658386-7ff3-4265-9ab4-c29f86c3dfa7" providerId="ADAL" clId="{1B7A6453-622F-402B-82F1-CC2794C4FA15}" dt="2024-10-09T20:57:55.579" v="4179" actId="20577"/>
          <ac:spMkLst>
            <pc:docMk/>
            <pc:sldMk cId="1835443829" sldId="302"/>
            <ac:spMk id="5" creationId="{FC88CCF0-060C-CD31-D839-98FADE488EC1}"/>
          </ac:spMkLst>
        </pc:spChg>
        <pc:spChg chg="del mod">
          <ac:chgData name="Ashley Tegart" userId="b2658386-7ff3-4265-9ab4-c29f86c3dfa7" providerId="ADAL" clId="{1B7A6453-622F-402B-82F1-CC2794C4FA15}" dt="2024-10-09T16:52:19.194" v="2395" actId="478"/>
          <ac:spMkLst>
            <pc:docMk/>
            <pc:sldMk cId="1835443829" sldId="302"/>
            <ac:spMk id="11" creationId="{0A39365D-A6B5-4623-AC67-FBE1BB6FC527}"/>
          </ac:spMkLst>
        </pc:spChg>
        <pc:spChg chg="mod">
          <ac:chgData name="Ashley Tegart" userId="b2658386-7ff3-4265-9ab4-c29f86c3dfa7" providerId="ADAL" clId="{1B7A6453-622F-402B-82F1-CC2794C4FA15}" dt="2024-10-09T16:42:26.899" v="2316" actId="790"/>
          <ac:spMkLst>
            <pc:docMk/>
            <pc:sldMk cId="1835443829" sldId="302"/>
            <ac:spMk id="12" creationId="{4B00ADBE-6249-46EB-B9DA-3742A4C1861C}"/>
          </ac:spMkLst>
        </pc:spChg>
        <pc:spChg chg="mod">
          <ac:chgData name="Ashley Tegart" userId="b2658386-7ff3-4265-9ab4-c29f86c3dfa7" providerId="ADAL" clId="{1B7A6453-622F-402B-82F1-CC2794C4FA15}" dt="2024-10-09T16:47:14.818" v="2347" actId="207"/>
          <ac:spMkLst>
            <pc:docMk/>
            <pc:sldMk cId="1835443829" sldId="302"/>
            <ac:spMk id="24" creationId="{FAC1F606-62F6-4305-800B-EF4BDCC04BC6}"/>
          </ac:spMkLst>
        </pc:spChg>
        <pc:spChg chg="mod">
          <ac:chgData name="Ashley Tegart" userId="b2658386-7ff3-4265-9ab4-c29f86c3dfa7" providerId="ADAL" clId="{1B7A6453-622F-402B-82F1-CC2794C4FA15}" dt="2024-10-09T16:47:14.818" v="2347" actId="207"/>
          <ac:spMkLst>
            <pc:docMk/>
            <pc:sldMk cId="1835443829" sldId="302"/>
            <ac:spMk id="25" creationId="{DE9D9B32-EA9E-452A-AFED-2BFD37C8107A}"/>
          </ac:spMkLst>
        </pc:spChg>
        <pc:grpChg chg="mod">
          <ac:chgData name="Ashley Tegart" userId="b2658386-7ff3-4265-9ab4-c29f86c3dfa7" providerId="ADAL" clId="{1B7A6453-622F-402B-82F1-CC2794C4FA15}" dt="2024-10-09T17:12:04.554" v="2546" actId="14100"/>
          <ac:grpSpMkLst>
            <pc:docMk/>
            <pc:sldMk cId="1835443829" sldId="302"/>
            <ac:grpSpMk id="2" creationId="{465DBAAD-AF4D-4699-A789-5BB79B87C26D}"/>
          </ac:grpSpMkLst>
        </pc:grpChg>
        <pc:picChg chg="add mod">
          <ac:chgData name="Ashley Tegart" userId="b2658386-7ff3-4265-9ab4-c29f86c3dfa7" providerId="ADAL" clId="{1B7A6453-622F-402B-82F1-CC2794C4FA15}" dt="2024-10-13T17:33:59.714" v="4455" actId="14100"/>
          <ac:picMkLst>
            <pc:docMk/>
            <pc:sldMk cId="1835443829" sldId="302"/>
            <ac:picMk id="4" creationId="{079F9994-BAB4-83D3-3D81-04C4DC66699D}"/>
          </ac:picMkLst>
        </pc:picChg>
        <pc:picChg chg="del mod">
          <ac:chgData name="Ashley Tegart" userId="b2658386-7ff3-4265-9ab4-c29f86c3dfa7" providerId="ADAL" clId="{1B7A6453-622F-402B-82F1-CC2794C4FA15}" dt="2024-10-09T20:57:31.344" v="4162" actId="478"/>
          <ac:picMkLst>
            <pc:docMk/>
            <pc:sldMk cId="1835443829" sldId="302"/>
            <ac:picMk id="8" creationId="{7DF59B05-D9C0-40DD-9A24-F5BABB574679}"/>
          </ac:picMkLst>
        </pc:picChg>
      </pc:sldChg>
      <pc:sldChg chg="addSp delSp modSp mod">
        <pc:chgData name="Ashley Tegart" userId="b2658386-7ff3-4265-9ab4-c29f86c3dfa7" providerId="ADAL" clId="{1B7A6453-622F-402B-82F1-CC2794C4FA15}" dt="2024-10-17T06:10:21.999" v="9726" actId="478"/>
        <pc:sldMkLst>
          <pc:docMk/>
          <pc:sldMk cId="1239243956" sldId="303"/>
        </pc:sldMkLst>
        <pc:spChg chg="add mod">
          <ac:chgData name="Ashley Tegart" userId="b2658386-7ff3-4265-9ab4-c29f86c3dfa7" providerId="ADAL" clId="{1B7A6453-622F-402B-82F1-CC2794C4FA15}" dt="2024-10-09T17:07:49.142" v="2409" actId="20577"/>
          <ac:spMkLst>
            <pc:docMk/>
            <pc:sldMk cId="1239243956" sldId="303"/>
            <ac:spMk id="2" creationId="{DBA0AE7E-DF29-8703-9166-233F2F2C8957}"/>
          </ac:spMkLst>
        </pc:spChg>
        <pc:spChg chg="mod">
          <ac:chgData name="Ashley Tegart" userId="b2658386-7ff3-4265-9ab4-c29f86c3dfa7" providerId="ADAL" clId="{1B7A6453-622F-402B-82F1-CC2794C4FA15}" dt="2024-10-09T16:42:26.899" v="2316" actId="790"/>
          <ac:spMkLst>
            <pc:docMk/>
            <pc:sldMk cId="1239243956" sldId="303"/>
            <ac:spMk id="8" creationId="{50A9F084-7D7A-44B1-ACB7-BD7F43CA4EF9}"/>
          </ac:spMkLst>
        </pc:spChg>
        <pc:spChg chg="mod">
          <ac:chgData name="Ashley Tegart" userId="b2658386-7ff3-4265-9ab4-c29f86c3dfa7" providerId="ADAL" clId="{1B7A6453-622F-402B-82F1-CC2794C4FA15}" dt="2024-10-09T16:42:26.899" v="2316" actId="790"/>
          <ac:spMkLst>
            <pc:docMk/>
            <pc:sldMk cId="1239243956" sldId="303"/>
            <ac:spMk id="9" creationId="{D9BAF085-DDEA-4B11-B81A-5C91C3DD96D2}"/>
          </ac:spMkLst>
        </pc:spChg>
        <pc:spChg chg="del mod">
          <ac:chgData name="Ashley Tegart" userId="b2658386-7ff3-4265-9ab4-c29f86c3dfa7" providerId="ADAL" clId="{1B7A6453-622F-402B-82F1-CC2794C4FA15}" dt="2024-10-09T16:52:30.736" v="2398" actId="478"/>
          <ac:spMkLst>
            <pc:docMk/>
            <pc:sldMk cId="1239243956" sldId="303"/>
            <ac:spMk id="11" creationId="{0A39365D-A6B5-4623-AC67-FBE1BB6FC527}"/>
          </ac:spMkLst>
        </pc:spChg>
        <pc:spChg chg="mod">
          <ac:chgData name="Ashley Tegart" userId="b2658386-7ff3-4265-9ab4-c29f86c3dfa7" providerId="ADAL" clId="{1B7A6453-622F-402B-82F1-CC2794C4FA15}" dt="2024-10-17T06:08:50.927" v="9724" actId="255"/>
          <ac:spMkLst>
            <pc:docMk/>
            <pc:sldMk cId="1239243956" sldId="303"/>
            <ac:spMk id="12" creationId="{4B00ADBE-6249-46EB-B9DA-3742A4C1861C}"/>
          </ac:spMkLst>
        </pc:spChg>
        <pc:spChg chg="mod">
          <ac:chgData name="Ashley Tegart" userId="b2658386-7ff3-4265-9ab4-c29f86c3dfa7" providerId="ADAL" clId="{1B7A6453-622F-402B-82F1-CC2794C4FA15}" dt="2024-10-09T16:50:15.691" v="2378" actId="207"/>
          <ac:spMkLst>
            <pc:docMk/>
            <pc:sldMk cId="1239243956" sldId="303"/>
            <ac:spMk id="24" creationId="{FAC1F606-62F6-4305-800B-EF4BDCC04BC6}"/>
          </ac:spMkLst>
        </pc:spChg>
        <pc:spChg chg="mod">
          <ac:chgData name="Ashley Tegart" userId="b2658386-7ff3-4265-9ab4-c29f86c3dfa7" providerId="ADAL" clId="{1B7A6453-622F-402B-82F1-CC2794C4FA15}" dt="2024-10-09T16:50:15.691" v="2378" actId="207"/>
          <ac:spMkLst>
            <pc:docMk/>
            <pc:sldMk cId="1239243956" sldId="303"/>
            <ac:spMk id="25" creationId="{DE9D9B32-EA9E-452A-AFED-2BFD37C8107A}"/>
          </ac:spMkLst>
        </pc:spChg>
        <pc:grpChg chg="del">
          <ac:chgData name="Ashley Tegart" userId="b2658386-7ff3-4265-9ab4-c29f86c3dfa7" providerId="ADAL" clId="{1B7A6453-622F-402B-82F1-CC2794C4FA15}" dt="2024-10-17T06:10:20.737" v="9725" actId="478"/>
          <ac:grpSpMkLst>
            <pc:docMk/>
            <pc:sldMk cId="1239243956" sldId="303"/>
            <ac:grpSpMk id="7" creationId="{4FBA3CCA-51D6-40A8-82E9-E6E3E099164C}"/>
          </ac:grpSpMkLst>
        </pc:grpChg>
        <pc:grpChg chg="mod">
          <ac:chgData name="Ashley Tegart" userId="b2658386-7ff3-4265-9ab4-c29f86c3dfa7" providerId="ADAL" clId="{1B7A6453-622F-402B-82F1-CC2794C4FA15}" dt="2024-10-09T16:50:15.691" v="2378" actId="207"/>
          <ac:grpSpMkLst>
            <pc:docMk/>
            <pc:sldMk cId="1239243956" sldId="303"/>
            <ac:grpSpMk id="23" creationId="{E9DC037C-C731-4D52-835A-5765F8A4FBF2}"/>
          </ac:grpSpMkLst>
        </pc:grpChg>
        <pc:picChg chg="del">
          <ac:chgData name="Ashley Tegart" userId="b2658386-7ff3-4265-9ab4-c29f86c3dfa7" providerId="ADAL" clId="{1B7A6453-622F-402B-82F1-CC2794C4FA15}" dt="2024-10-17T06:10:21.999" v="9726" actId="478"/>
          <ac:picMkLst>
            <pc:docMk/>
            <pc:sldMk cId="1239243956" sldId="303"/>
            <ac:picMk id="13" creationId="{302E7CBA-6107-4291-BA27-1ACCE4D7CB1A}"/>
          </ac:picMkLst>
        </pc:picChg>
      </pc:sldChg>
      <pc:sldChg chg="addSp delSp modSp add del mod">
        <pc:chgData name="Ashley Tegart" userId="b2658386-7ff3-4265-9ab4-c29f86c3dfa7" providerId="ADAL" clId="{1B7A6453-622F-402B-82F1-CC2794C4FA15}" dt="2024-10-15T20:48:45.872" v="6723" actId="2696"/>
        <pc:sldMkLst>
          <pc:docMk/>
          <pc:sldMk cId="2653388471" sldId="304"/>
        </pc:sldMkLst>
        <pc:spChg chg="add mod ord">
          <ac:chgData name="Ashley Tegart" userId="b2658386-7ff3-4265-9ab4-c29f86c3dfa7" providerId="ADAL" clId="{1B7A6453-622F-402B-82F1-CC2794C4FA15}" dt="2024-10-15T20:45:07.999" v="6566" actId="167"/>
          <ac:spMkLst>
            <pc:docMk/>
            <pc:sldMk cId="2653388471" sldId="304"/>
            <ac:spMk id="3" creationId="{AA40D81F-353F-63D4-D05B-DA3DD0421947}"/>
          </ac:spMkLst>
        </pc:spChg>
        <pc:spChg chg="mod">
          <ac:chgData name="Ashley Tegart" userId="b2658386-7ff3-4265-9ab4-c29f86c3dfa7" providerId="ADAL" clId="{1B7A6453-622F-402B-82F1-CC2794C4FA15}" dt="2024-10-13T17:34:28.626" v="4474" actId="20577"/>
          <ac:spMkLst>
            <pc:docMk/>
            <pc:sldMk cId="2653388471" sldId="304"/>
            <ac:spMk id="4" creationId="{BDF8D005-3B28-04DC-BE11-BE54B8DDDFCB}"/>
          </ac:spMkLst>
        </pc:spChg>
        <pc:spChg chg="del mod">
          <ac:chgData name="Ashley Tegart" userId="b2658386-7ff3-4265-9ab4-c29f86c3dfa7" providerId="ADAL" clId="{1B7A6453-622F-402B-82F1-CC2794C4FA15}" dt="2024-10-13T17:32:24.917" v="4402" actId="478"/>
          <ac:spMkLst>
            <pc:docMk/>
            <pc:sldMk cId="2653388471" sldId="304"/>
            <ac:spMk id="12" creationId="{3F77EC76-B175-FFAB-44FD-B5A5FCDAB924}"/>
          </ac:spMkLst>
        </pc:spChg>
        <pc:grpChg chg="del">
          <ac:chgData name="Ashley Tegart" userId="b2658386-7ff3-4265-9ab4-c29f86c3dfa7" providerId="ADAL" clId="{1B7A6453-622F-402B-82F1-CC2794C4FA15}" dt="2024-10-15T20:45:10.116" v="6567" actId="478"/>
          <ac:grpSpMkLst>
            <pc:docMk/>
            <pc:sldMk cId="2653388471" sldId="304"/>
            <ac:grpSpMk id="23" creationId="{6F306DBB-B289-F97E-033C-B1B14B8EA299}"/>
          </ac:grpSpMkLst>
        </pc:grpChg>
        <pc:picChg chg="mod">
          <ac:chgData name="Ashley Tegart" userId="b2658386-7ff3-4265-9ab4-c29f86c3dfa7" providerId="ADAL" clId="{1B7A6453-622F-402B-82F1-CC2794C4FA15}" dt="2024-10-13T17:34:15.536" v="4456" actId="1076"/>
          <ac:picMkLst>
            <pc:docMk/>
            <pc:sldMk cId="2653388471" sldId="304"/>
            <ac:picMk id="2" creationId="{6DFBB0AD-84C7-241B-017B-1EC267A614DC}"/>
          </ac:picMkLst>
        </pc:picChg>
        <pc:picChg chg="del">
          <ac:chgData name="Ashley Tegart" userId="b2658386-7ff3-4265-9ab4-c29f86c3dfa7" providerId="ADAL" clId="{1B7A6453-622F-402B-82F1-CC2794C4FA15}" dt="2024-10-13T17:32:22.761" v="4400" actId="478"/>
          <ac:picMkLst>
            <pc:docMk/>
            <pc:sldMk cId="2653388471" sldId="304"/>
            <ac:picMk id="7" creationId="{DF03C54D-8D17-205D-62CD-1CE7AD448649}"/>
          </ac:picMkLst>
        </pc:picChg>
      </pc:sldChg>
      <pc:sldChg chg="add del">
        <pc:chgData name="Ashley Tegart" userId="b2658386-7ff3-4265-9ab4-c29f86c3dfa7" providerId="ADAL" clId="{1B7A6453-622F-402B-82F1-CC2794C4FA15}" dt="2024-10-13T17:32:35.421" v="4403" actId="2696"/>
        <pc:sldMkLst>
          <pc:docMk/>
          <pc:sldMk cId="1350116221" sldId="305"/>
        </pc:sldMkLst>
      </pc:sldChg>
      <pc:sldChg chg="addSp delSp modSp add del mod">
        <pc:chgData name="Ashley Tegart" userId="b2658386-7ff3-4265-9ab4-c29f86c3dfa7" providerId="ADAL" clId="{1B7A6453-622F-402B-82F1-CC2794C4FA15}" dt="2024-10-13T18:24:11.168" v="4836" actId="2696"/>
        <pc:sldMkLst>
          <pc:docMk/>
          <pc:sldMk cId="2521502220" sldId="305"/>
        </pc:sldMkLst>
        <pc:spChg chg="mod">
          <ac:chgData name="Ashley Tegart" userId="b2658386-7ff3-4265-9ab4-c29f86c3dfa7" providerId="ADAL" clId="{1B7A6453-622F-402B-82F1-CC2794C4FA15}" dt="2024-10-13T17:34:49.870" v="4528" actId="20577"/>
          <ac:spMkLst>
            <pc:docMk/>
            <pc:sldMk cId="2521502220" sldId="305"/>
            <ac:spMk id="4" creationId="{0222EC63-3A3D-06D0-03EC-B563D5CC8988}"/>
          </ac:spMkLst>
        </pc:spChg>
        <pc:spChg chg="del">
          <ac:chgData name="Ashley Tegart" userId="b2658386-7ff3-4265-9ab4-c29f86c3dfa7" providerId="ADAL" clId="{1B7A6453-622F-402B-82F1-CC2794C4FA15}" dt="2024-10-13T17:33:02.121" v="4407" actId="478"/>
          <ac:spMkLst>
            <pc:docMk/>
            <pc:sldMk cId="2521502220" sldId="305"/>
            <ac:spMk id="8" creationId="{9A71EB8F-F92E-8AEE-E972-8881D4917DE3}"/>
          </ac:spMkLst>
        </pc:spChg>
        <pc:picChg chg="mod ord">
          <ac:chgData name="Ashley Tegart" userId="b2658386-7ff3-4265-9ab4-c29f86c3dfa7" providerId="ADAL" clId="{1B7A6453-622F-402B-82F1-CC2794C4FA15}" dt="2024-10-13T18:22:42.063" v="4824" actId="14100"/>
          <ac:picMkLst>
            <pc:docMk/>
            <pc:sldMk cId="2521502220" sldId="305"/>
            <ac:picMk id="2" creationId="{AE53C6CB-7C1B-C25D-9537-9957168899C0}"/>
          </ac:picMkLst>
        </pc:picChg>
        <pc:picChg chg="add del mod">
          <ac:chgData name="Ashley Tegart" userId="b2658386-7ff3-4265-9ab4-c29f86c3dfa7" providerId="ADAL" clId="{1B7A6453-622F-402B-82F1-CC2794C4FA15}" dt="2024-10-13T18:01:15.735" v="4530" actId="478"/>
          <ac:picMkLst>
            <pc:docMk/>
            <pc:sldMk cId="2521502220" sldId="305"/>
            <ac:picMk id="3" creationId="{77BCBF8C-05FB-CCEE-0033-65798977FF4E}"/>
          </ac:picMkLst>
        </pc:picChg>
        <pc:picChg chg="add mod ord modCrop">
          <ac:chgData name="Ashley Tegart" userId="b2658386-7ff3-4265-9ab4-c29f86c3dfa7" providerId="ADAL" clId="{1B7A6453-622F-402B-82F1-CC2794C4FA15}" dt="2024-10-13T18:20:11.481" v="4819" actId="1367"/>
          <ac:picMkLst>
            <pc:docMk/>
            <pc:sldMk cId="2521502220" sldId="305"/>
            <ac:picMk id="6" creationId="{39A7F8B9-5FE7-F0E0-FED4-81AFF71A94B8}"/>
          </ac:picMkLst>
        </pc:picChg>
        <pc:picChg chg="add mod">
          <ac:chgData name="Ashley Tegart" userId="b2658386-7ff3-4265-9ab4-c29f86c3dfa7" providerId="ADAL" clId="{1B7A6453-622F-402B-82F1-CC2794C4FA15}" dt="2024-10-13T18:06:17.198" v="4537" actId="1076"/>
          <ac:picMkLst>
            <pc:docMk/>
            <pc:sldMk cId="2521502220" sldId="305"/>
            <ac:picMk id="1026" creationId="{5AF236FD-62F0-7347-4477-354E767337A0}"/>
          </ac:picMkLst>
        </pc:picChg>
        <pc:picChg chg="add">
          <ac:chgData name="Ashley Tegart" userId="b2658386-7ff3-4265-9ab4-c29f86c3dfa7" providerId="ADAL" clId="{1B7A6453-622F-402B-82F1-CC2794C4FA15}" dt="2024-10-13T18:06:18.589" v="4538"/>
          <ac:picMkLst>
            <pc:docMk/>
            <pc:sldMk cId="2521502220" sldId="305"/>
            <ac:picMk id="1028" creationId="{9A9D4C06-982F-6405-5FBC-F51EC97F5ED2}"/>
          </ac:picMkLst>
        </pc:picChg>
        <pc:picChg chg="add del mod">
          <ac:chgData name="Ashley Tegart" userId="b2658386-7ff3-4265-9ab4-c29f86c3dfa7" providerId="ADAL" clId="{1B7A6453-622F-402B-82F1-CC2794C4FA15}" dt="2024-10-13T18:18:47.173" v="4760" actId="478"/>
          <ac:picMkLst>
            <pc:docMk/>
            <pc:sldMk cId="2521502220" sldId="305"/>
            <ac:picMk id="1030" creationId="{1A1B51BA-5C28-99C7-0116-82510A45E6CE}"/>
          </ac:picMkLst>
        </pc:picChg>
      </pc:sldChg>
      <pc:sldChg chg="modSp add del mod ord">
        <pc:chgData name="Ashley Tegart" userId="b2658386-7ff3-4265-9ab4-c29f86c3dfa7" providerId="ADAL" clId="{1B7A6453-622F-402B-82F1-CC2794C4FA15}" dt="2024-10-17T04:51:51.377" v="8289" actId="2696"/>
        <pc:sldMkLst>
          <pc:docMk/>
          <pc:sldMk cId="2208214835" sldId="306"/>
        </pc:sldMkLst>
        <pc:spChg chg="mod">
          <ac:chgData name="Ashley Tegart" userId="b2658386-7ff3-4265-9ab4-c29f86c3dfa7" providerId="ADAL" clId="{1B7A6453-622F-402B-82F1-CC2794C4FA15}" dt="2024-10-13T18:18:40.503" v="4758" actId="20577"/>
          <ac:spMkLst>
            <pc:docMk/>
            <pc:sldMk cId="2208214835" sldId="306"/>
            <ac:spMk id="4" creationId="{6F46EF90-0BCF-5ECE-2E35-C33391392056}"/>
          </ac:spMkLst>
        </pc:spChg>
        <pc:picChg chg="mod">
          <ac:chgData name="Ashley Tegart" userId="b2658386-7ff3-4265-9ab4-c29f86c3dfa7" providerId="ADAL" clId="{1B7A6453-622F-402B-82F1-CC2794C4FA15}" dt="2024-10-13T18:23:40.871" v="4831" actId="14100"/>
          <ac:picMkLst>
            <pc:docMk/>
            <pc:sldMk cId="2208214835" sldId="306"/>
            <ac:picMk id="2" creationId="{F886E561-C8FD-CDC4-1375-57313C9EB62E}"/>
          </ac:picMkLst>
        </pc:picChg>
      </pc:sldChg>
      <pc:sldChg chg="addSp delSp modSp add mod ord modNotesTx">
        <pc:chgData name="Ashley Tegart" userId="b2658386-7ff3-4265-9ab4-c29f86c3dfa7" providerId="ADAL" clId="{1B7A6453-622F-402B-82F1-CC2794C4FA15}" dt="2024-10-17T05:48:26.172" v="9117" actId="115"/>
        <pc:sldMkLst>
          <pc:docMk/>
          <pc:sldMk cId="1279036034" sldId="307"/>
        </pc:sldMkLst>
        <pc:spChg chg="mod">
          <ac:chgData name="Ashley Tegart" userId="b2658386-7ff3-4265-9ab4-c29f86c3dfa7" providerId="ADAL" clId="{1B7A6453-622F-402B-82F1-CC2794C4FA15}" dt="2024-10-17T05:36:47.898" v="8900" actId="20577"/>
          <ac:spMkLst>
            <pc:docMk/>
            <pc:sldMk cId="1279036034" sldId="307"/>
            <ac:spMk id="4" creationId="{DB0AA18D-C547-2DDF-D76C-E17549359652}"/>
          </ac:spMkLst>
        </pc:spChg>
        <pc:spChg chg="add del">
          <ac:chgData name="Ashley Tegart" userId="b2658386-7ff3-4265-9ab4-c29f86c3dfa7" providerId="ADAL" clId="{1B7A6453-622F-402B-82F1-CC2794C4FA15}" dt="2024-10-16T04:08:09.655" v="7927" actId="22"/>
          <ac:spMkLst>
            <pc:docMk/>
            <pc:sldMk cId="1279036034" sldId="307"/>
            <ac:spMk id="5" creationId="{D91153C8-7DBF-3352-4F64-DB771C8A17AF}"/>
          </ac:spMkLst>
        </pc:spChg>
        <pc:spChg chg="add mod">
          <ac:chgData name="Ashley Tegart" userId="b2658386-7ff3-4265-9ab4-c29f86c3dfa7" providerId="ADAL" clId="{1B7A6453-622F-402B-82F1-CC2794C4FA15}" dt="2024-10-17T05:39:08.568" v="8976" actId="20577"/>
          <ac:spMkLst>
            <pc:docMk/>
            <pc:sldMk cId="1279036034" sldId="307"/>
            <ac:spMk id="6" creationId="{929FEFC4-8D03-F875-A998-D9BF6BF43269}"/>
          </ac:spMkLst>
        </pc:spChg>
        <pc:spChg chg="add mod">
          <ac:chgData name="Ashley Tegart" userId="b2658386-7ff3-4265-9ab4-c29f86c3dfa7" providerId="ADAL" clId="{1B7A6453-622F-402B-82F1-CC2794C4FA15}" dt="2024-10-17T05:48:26.172" v="9117" actId="115"/>
          <ac:spMkLst>
            <pc:docMk/>
            <pc:sldMk cId="1279036034" sldId="307"/>
            <ac:spMk id="9" creationId="{C260DE92-C42A-729D-1FDD-F21586615CEE}"/>
          </ac:spMkLst>
        </pc:spChg>
        <pc:picChg chg="del mod ord">
          <ac:chgData name="Ashley Tegart" userId="b2658386-7ff3-4265-9ab4-c29f86c3dfa7" providerId="ADAL" clId="{1B7A6453-622F-402B-82F1-CC2794C4FA15}" dt="2024-10-13T18:32:46.273" v="5153" actId="21"/>
          <ac:picMkLst>
            <pc:docMk/>
            <pc:sldMk cId="1279036034" sldId="307"/>
            <ac:picMk id="2" creationId="{43D8D7D4-BBA4-CF52-70F3-6CAB5C855351}"/>
          </ac:picMkLst>
        </pc:picChg>
        <pc:picChg chg="add del mod">
          <ac:chgData name="Ashley Tegart" userId="b2658386-7ff3-4265-9ab4-c29f86c3dfa7" providerId="ADAL" clId="{1B7A6453-622F-402B-82F1-CC2794C4FA15}" dt="2024-10-16T04:08:21.022" v="7928" actId="478"/>
          <ac:picMkLst>
            <pc:docMk/>
            <pc:sldMk cId="1279036034" sldId="307"/>
            <ac:picMk id="2" creationId="{914D6EB2-7294-B9E5-8DBE-80CB2DC7567D}"/>
          </ac:picMkLst>
        </pc:picChg>
        <pc:picChg chg="add del mod ord">
          <ac:chgData name="Ashley Tegart" userId="b2658386-7ff3-4265-9ab4-c29f86c3dfa7" providerId="ADAL" clId="{1B7A6453-622F-402B-82F1-CC2794C4FA15}" dt="2024-10-13T18:31:12.335" v="5142" actId="478"/>
          <ac:picMkLst>
            <pc:docMk/>
            <pc:sldMk cId="1279036034" sldId="307"/>
            <ac:picMk id="3" creationId="{F20C8BD4-B17E-D0C9-BE90-CE2926BD6D65}"/>
          </ac:picMkLst>
        </pc:picChg>
        <pc:picChg chg="add del mod">
          <ac:chgData name="Ashley Tegart" userId="b2658386-7ff3-4265-9ab4-c29f86c3dfa7" providerId="ADAL" clId="{1B7A6453-622F-402B-82F1-CC2794C4FA15}" dt="2024-10-13T18:44:55.723" v="5336" actId="478"/>
          <ac:picMkLst>
            <pc:docMk/>
            <pc:sldMk cId="1279036034" sldId="307"/>
            <ac:picMk id="5" creationId="{43D8D7D4-BBA4-CF52-70F3-6CAB5C855351}"/>
          </ac:picMkLst>
        </pc:picChg>
        <pc:picChg chg="del mod ord modCrop">
          <ac:chgData name="Ashley Tegart" userId="b2658386-7ff3-4265-9ab4-c29f86c3dfa7" providerId="ADAL" clId="{1B7A6453-622F-402B-82F1-CC2794C4FA15}" dt="2024-10-13T18:28:39.006" v="4926" actId="478"/>
          <ac:picMkLst>
            <pc:docMk/>
            <pc:sldMk cId="1279036034" sldId="307"/>
            <ac:picMk id="6" creationId="{24BC41A0-C63E-5235-9F83-27BC332B049D}"/>
          </ac:picMkLst>
        </pc:picChg>
        <pc:picChg chg="add del mod">
          <ac:chgData name="Ashley Tegart" userId="b2658386-7ff3-4265-9ab4-c29f86c3dfa7" providerId="ADAL" clId="{1B7A6453-622F-402B-82F1-CC2794C4FA15}" dt="2024-10-13T18:39:42.573" v="5270" actId="478"/>
          <ac:picMkLst>
            <pc:docMk/>
            <pc:sldMk cId="1279036034" sldId="307"/>
            <ac:picMk id="8" creationId="{AD600CC9-E69F-5E94-7CEB-5A97D59B47E2}"/>
          </ac:picMkLst>
        </pc:picChg>
        <pc:picChg chg="add mod ord modCrop">
          <ac:chgData name="Ashley Tegart" userId="b2658386-7ff3-4265-9ab4-c29f86c3dfa7" providerId="ADAL" clId="{1B7A6453-622F-402B-82F1-CC2794C4FA15}" dt="2024-10-17T05:38:33.289" v="8921" actId="14100"/>
          <ac:picMkLst>
            <pc:docMk/>
            <pc:sldMk cId="1279036034" sldId="307"/>
            <ac:picMk id="8" creationId="{BB7627CB-0B86-2AF6-ED2F-9DD497EF9C46}"/>
          </ac:picMkLst>
        </pc:picChg>
        <pc:picChg chg="add del mod">
          <ac:chgData name="Ashley Tegart" userId="b2658386-7ff3-4265-9ab4-c29f86c3dfa7" providerId="ADAL" clId="{1B7A6453-622F-402B-82F1-CC2794C4FA15}" dt="2024-10-17T05:37:17.835" v="8906" actId="478"/>
          <ac:picMkLst>
            <pc:docMk/>
            <pc:sldMk cId="1279036034" sldId="307"/>
            <ac:picMk id="1026" creationId="{38462D09-4D68-0EC0-0B70-2ADE42871954}"/>
          </ac:picMkLst>
        </pc:picChg>
        <pc:picChg chg="del mod">
          <ac:chgData name="Ashley Tegart" userId="b2658386-7ff3-4265-9ab4-c29f86c3dfa7" providerId="ADAL" clId="{1B7A6453-622F-402B-82F1-CC2794C4FA15}" dt="2024-10-13T18:25:49.564" v="4845" actId="478"/>
          <ac:picMkLst>
            <pc:docMk/>
            <pc:sldMk cId="1279036034" sldId="307"/>
            <ac:picMk id="1030" creationId="{F1BC927A-C8E8-370E-EF88-19E82D28D8B7}"/>
          </ac:picMkLst>
        </pc:picChg>
        <pc:picChg chg="add del mod modCrop">
          <ac:chgData name="Ashley Tegart" userId="b2658386-7ff3-4265-9ab4-c29f86c3dfa7" providerId="ADAL" clId="{1B7A6453-622F-402B-82F1-CC2794C4FA15}" dt="2024-10-16T02:56:58.345" v="7919" actId="478"/>
          <ac:picMkLst>
            <pc:docMk/>
            <pc:sldMk cId="1279036034" sldId="307"/>
            <ac:picMk id="2050" creationId="{3502AFDA-289B-540A-A976-5F809400A41B}"/>
          </ac:picMkLst>
        </pc:picChg>
        <pc:picChg chg="add del mod">
          <ac:chgData name="Ashley Tegart" userId="b2658386-7ff3-4265-9ab4-c29f86c3dfa7" providerId="ADAL" clId="{1B7A6453-622F-402B-82F1-CC2794C4FA15}" dt="2024-10-16T02:56:57.725" v="7918" actId="478"/>
          <ac:picMkLst>
            <pc:docMk/>
            <pc:sldMk cId="1279036034" sldId="307"/>
            <ac:picMk id="2052" creationId="{73C032E0-A549-A364-770D-7E8D63C79FF3}"/>
          </ac:picMkLst>
        </pc:picChg>
        <pc:picChg chg="add del mod">
          <ac:chgData name="Ashley Tegart" userId="b2658386-7ff3-4265-9ab4-c29f86c3dfa7" providerId="ADAL" clId="{1B7A6453-622F-402B-82F1-CC2794C4FA15}" dt="2024-10-15T20:50:10.866" v="6730" actId="478"/>
          <ac:picMkLst>
            <pc:docMk/>
            <pc:sldMk cId="1279036034" sldId="307"/>
            <ac:picMk id="2054" creationId="{33E60795-0D74-95A7-B8F9-841AD2E2BB6B}"/>
          </ac:picMkLst>
        </pc:picChg>
      </pc:sldChg>
      <pc:sldChg chg="addSp delSp modSp add del mod">
        <pc:chgData name="Ashley Tegart" userId="b2658386-7ff3-4265-9ab4-c29f86c3dfa7" providerId="ADAL" clId="{1B7A6453-622F-402B-82F1-CC2794C4FA15}" dt="2024-10-17T05:09:57.751" v="8366" actId="2696"/>
        <pc:sldMkLst>
          <pc:docMk/>
          <pc:sldMk cId="938748084" sldId="308"/>
        </pc:sldMkLst>
        <pc:spChg chg="del">
          <ac:chgData name="Ashley Tegart" userId="b2658386-7ff3-4265-9ab4-c29f86c3dfa7" providerId="ADAL" clId="{1B7A6453-622F-402B-82F1-CC2794C4FA15}" dt="2024-10-16T04:27:45.251" v="8066" actId="478"/>
          <ac:spMkLst>
            <pc:docMk/>
            <pc:sldMk cId="938748084" sldId="308"/>
            <ac:spMk id="8" creationId="{7DC87D81-C1C2-D37F-CDA3-1A5B77AAEDD7}"/>
          </ac:spMkLst>
        </pc:spChg>
        <pc:picChg chg="mod">
          <ac:chgData name="Ashley Tegart" userId="b2658386-7ff3-4265-9ab4-c29f86c3dfa7" providerId="ADAL" clId="{1B7A6453-622F-402B-82F1-CC2794C4FA15}" dt="2024-10-16T04:09:09.432" v="7937" actId="1076"/>
          <ac:picMkLst>
            <pc:docMk/>
            <pc:sldMk cId="938748084" sldId="308"/>
            <ac:picMk id="2" creationId="{51C144E5-EE38-79C9-963A-CDA7B26C2249}"/>
          </ac:picMkLst>
        </pc:picChg>
        <pc:picChg chg="add del mod">
          <ac:chgData name="Ashley Tegart" userId="b2658386-7ff3-4265-9ab4-c29f86c3dfa7" providerId="ADAL" clId="{1B7A6453-622F-402B-82F1-CC2794C4FA15}" dt="2024-10-15T20:50:48.116" v="6732" actId="478"/>
          <ac:picMkLst>
            <pc:docMk/>
            <pc:sldMk cId="938748084" sldId="308"/>
            <ac:picMk id="3" creationId="{95A82F75-35C4-A595-EC1F-896BB8723AE3}"/>
          </ac:picMkLst>
        </pc:picChg>
      </pc:sldChg>
      <pc:sldChg chg="addSp delSp modSp add mod ord">
        <pc:chgData name="Ashley Tegart" userId="b2658386-7ff3-4265-9ab4-c29f86c3dfa7" providerId="ADAL" clId="{1B7A6453-622F-402B-82F1-CC2794C4FA15}" dt="2024-10-17T06:02:03.970" v="9528"/>
        <pc:sldMkLst>
          <pc:docMk/>
          <pc:sldMk cId="2021584905" sldId="309"/>
        </pc:sldMkLst>
        <pc:spChg chg="mod">
          <ac:chgData name="Ashley Tegart" userId="b2658386-7ff3-4265-9ab4-c29f86c3dfa7" providerId="ADAL" clId="{1B7A6453-622F-402B-82F1-CC2794C4FA15}" dt="2024-10-17T05:58:08.482" v="9441" actId="20577"/>
          <ac:spMkLst>
            <pc:docMk/>
            <pc:sldMk cId="2021584905" sldId="309"/>
            <ac:spMk id="4" creationId="{AE5B86A3-326E-8E79-67AB-AE70CCA59FF7}"/>
          </ac:spMkLst>
        </pc:spChg>
        <pc:spChg chg="add del mod">
          <ac:chgData name="Ashley Tegart" userId="b2658386-7ff3-4265-9ab4-c29f86c3dfa7" providerId="ADAL" clId="{1B7A6453-622F-402B-82F1-CC2794C4FA15}" dt="2024-10-17T05:48:53.500" v="9120" actId="478"/>
          <ac:spMkLst>
            <pc:docMk/>
            <pc:sldMk cId="2021584905" sldId="309"/>
            <ac:spMk id="6" creationId="{1E7A4439-DEA7-A227-6D83-DA3A7F6FF8D5}"/>
          </ac:spMkLst>
        </pc:spChg>
        <pc:spChg chg="add mod">
          <ac:chgData name="Ashley Tegart" userId="b2658386-7ff3-4265-9ab4-c29f86c3dfa7" providerId="ADAL" clId="{1B7A6453-622F-402B-82F1-CC2794C4FA15}" dt="2024-10-17T06:00:09.002" v="9507" actId="1076"/>
          <ac:spMkLst>
            <pc:docMk/>
            <pc:sldMk cId="2021584905" sldId="309"/>
            <ac:spMk id="7" creationId="{8B67CFC3-8406-EA7B-3291-047AEAE0A3DE}"/>
          </ac:spMkLst>
        </pc:spChg>
        <pc:spChg chg="del">
          <ac:chgData name="Ashley Tegart" userId="b2658386-7ff3-4265-9ab4-c29f86c3dfa7" providerId="ADAL" clId="{1B7A6453-622F-402B-82F1-CC2794C4FA15}" dt="2024-10-15T20:51:02.771" v="6735" actId="478"/>
          <ac:spMkLst>
            <pc:docMk/>
            <pc:sldMk cId="2021584905" sldId="309"/>
            <ac:spMk id="8" creationId="{78313B72-C6B9-3418-B3D4-6DB2ABDBFCE9}"/>
          </ac:spMkLst>
        </pc:spChg>
        <pc:spChg chg="add del mod">
          <ac:chgData name="Ashley Tegart" userId="b2658386-7ff3-4265-9ab4-c29f86c3dfa7" providerId="ADAL" clId="{1B7A6453-622F-402B-82F1-CC2794C4FA15}" dt="2024-10-17T05:58:50.754" v="9451" actId="478"/>
          <ac:spMkLst>
            <pc:docMk/>
            <pc:sldMk cId="2021584905" sldId="309"/>
            <ac:spMk id="9" creationId="{1F500FA6-3705-F5F7-59A0-F5A33673CF01}"/>
          </ac:spMkLst>
        </pc:spChg>
        <pc:spChg chg="add mod">
          <ac:chgData name="Ashley Tegart" userId="b2658386-7ff3-4265-9ab4-c29f86c3dfa7" providerId="ADAL" clId="{1B7A6453-622F-402B-82F1-CC2794C4FA15}" dt="2024-10-17T06:02:03.970" v="9528"/>
          <ac:spMkLst>
            <pc:docMk/>
            <pc:sldMk cId="2021584905" sldId="309"/>
            <ac:spMk id="12" creationId="{C3E00B82-893F-929C-6087-CCAD028BDE02}"/>
          </ac:spMkLst>
        </pc:spChg>
        <pc:picChg chg="del mod ord modCrop">
          <ac:chgData name="Ashley Tegart" userId="b2658386-7ff3-4265-9ab4-c29f86c3dfa7" providerId="ADAL" clId="{1B7A6453-622F-402B-82F1-CC2794C4FA15}" dt="2024-10-16T04:07:54.553" v="7924" actId="478"/>
          <ac:picMkLst>
            <pc:docMk/>
            <pc:sldMk cId="2021584905" sldId="309"/>
            <ac:picMk id="2" creationId="{DE1A6FBB-ADC5-9298-B802-54C8D04FC11D}"/>
          </ac:picMkLst>
        </pc:picChg>
        <pc:picChg chg="del mod ord">
          <ac:chgData name="Ashley Tegart" userId="b2658386-7ff3-4265-9ab4-c29f86c3dfa7" providerId="ADAL" clId="{1B7A6453-622F-402B-82F1-CC2794C4FA15}" dt="2024-10-16T04:07:52.812" v="7923" actId="478"/>
          <ac:picMkLst>
            <pc:docMk/>
            <pc:sldMk cId="2021584905" sldId="309"/>
            <ac:picMk id="3" creationId="{297B3AFD-91AA-6E6F-727E-27DA18AF4B98}"/>
          </ac:picMkLst>
        </pc:picChg>
        <pc:picChg chg="add del mod modCrop">
          <ac:chgData name="Ashley Tegart" userId="b2658386-7ff3-4265-9ab4-c29f86c3dfa7" providerId="ADAL" clId="{1B7A6453-622F-402B-82F1-CC2794C4FA15}" dt="2024-10-16T04:07:56.574" v="7925" actId="478"/>
          <ac:picMkLst>
            <pc:docMk/>
            <pc:sldMk cId="2021584905" sldId="309"/>
            <ac:picMk id="5" creationId="{C016455A-A2DA-F177-524F-BDA01F5C7A33}"/>
          </ac:picMkLst>
        </pc:picChg>
        <pc:picChg chg="add mod">
          <ac:chgData name="Ashley Tegart" userId="b2658386-7ff3-4265-9ab4-c29f86c3dfa7" providerId="ADAL" clId="{1B7A6453-622F-402B-82F1-CC2794C4FA15}" dt="2024-10-17T06:00:18.279" v="9509" actId="208"/>
          <ac:picMkLst>
            <pc:docMk/>
            <pc:sldMk cId="2021584905" sldId="309"/>
            <ac:picMk id="11" creationId="{739DA107-A553-50FD-F890-3757E2A37D4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F3456-A29E-41FE-BFB7-B24F24BEE47B}" type="datetimeFigureOut">
              <a:rPr lang="cs-CZ" smtClean="0"/>
              <a:t>14.10.2024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95B543-0236-4AEE-9F15-C7CF1150485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25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407332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Magnitude:</a:t>
            </a:r>
          </a:p>
          <a:p>
            <a:r>
              <a:rPr lang="en-CA" dirty="0"/>
              <a:t>Average: min = Mar, Jun, Aug, Sept 3.33 to 3.38 / max = Dec 3.5</a:t>
            </a:r>
          </a:p>
          <a:p>
            <a:r>
              <a:rPr lang="en-CA" dirty="0"/>
              <a:t>(overall max = 6.5 Apr/Oct)</a:t>
            </a:r>
          </a:p>
          <a:p>
            <a:endParaRPr lang="en-CA" dirty="0"/>
          </a:p>
          <a:p>
            <a:r>
              <a:rPr lang="en-CA" dirty="0"/>
              <a:t>Depth/km</a:t>
            </a:r>
            <a:br>
              <a:rPr lang="en-CA" dirty="0"/>
            </a:br>
            <a:r>
              <a:rPr lang="en-CA" dirty="0"/>
              <a:t>Average: min = May-Aug 7.65 to 9.38 (Aug lowest) / max = Sep-Apr (Dec highest) </a:t>
            </a:r>
          </a:p>
          <a:p>
            <a:r>
              <a:rPr lang="en-CA" dirty="0"/>
              <a:t>(overall min = August / Overall max = Nov)</a:t>
            </a:r>
          </a:p>
          <a:p>
            <a:endParaRPr lang="en-CA" dirty="0"/>
          </a:p>
          <a:p>
            <a:r>
              <a:rPr lang="en-CA" dirty="0"/>
              <a:t>Frequency</a:t>
            </a:r>
          </a:p>
          <a:p>
            <a:r>
              <a:rPr lang="en-CA" dirty="0"/>
              <a:t>Average (comparing month-month): min = Jun (22.4) and Aug (21.8) / max = Jan (43.2) and Dec (46.8)</a:t>
            </a:r>
          </a:p>
          <a:p>
            <a:r>
              <a:rPr lang="en-CA" dirty="0"/>
              <a:t>Average (comparing years): min = Aug 262/ overall max = Dec 562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240142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WHISKERS – highest and lowest counts (symmetric whiskers show a more normal distribution = AUGUST) </a:t>
            </a:r>
            <a:br>
              <a:rPr lang="en-CA" dirty="0"/>
            </a:br>
            <a:r>
              <a:rPr lang="en-CA" dirty="0"/>
              <a:t>ORANGE LINE – Median counts (Jan, March, Dec = higher activity?)</a:t>
            </a:r>
          </a:p>
          <a:p>
            <a:r>
              <a:rPr lang="en-CA" dirty="0"/>
              <a:t>BOX – 50% (greater variability = Jan, September / least variability = Aug)</a:t>
            </a:r>
          </a:p>
          <a:p>
            <a:r>
              <a:rPr lang="en-CA" dirty="0"/>
              <a:t>OUTLIERS – Sep, Oct, Dec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251672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142875" algn="ctr">
              <a:lnSpc>
                <a:spcPct val="100000"/>
              </a:lnSpc>
            </a:pPr>
            <a:r>
              <a:rPr lang="en-CA" sz="1200" u="sng" noProof="0" dirty="0">
                <a:latin typeface="Aptos" panose="020B0004020202020204" pitchFamily="34" charset="0"/>
                <a:cs typeface="Times New Roman"/>
              </a:rPr>
              <a:t>Total</a:t>
            </a:r>
            <a:endParaRPr lang="en-CA" sz="1200" noProof="0" dirty="0">
              <a:latin typeface="Aptos" panose="020B0004020202020204" pitchFamily="34" charset="0"/>
              <a:cs typeface="Times New Roman"/>
            </a:endParaRPr>
          </a:p>
          <a:p>
            <a:pPr marL="12700" marR="142875" algn="ctr">
              <a:lnSpc>
                <a:spcPct val="100000"/>
              </a:lnSpc>
            </a:pPr>
            <a:r>
              <a:rPr lang="en-CA" sz="1200" noProof="0" dirty="0">
                <a:latin typeface="Aptos" panose="020B0004020202020204" pitchFamily="34" charset="0"/>
                <a:cs typeface="Times New Roman"/>
              </a:rPr>
              <a:t>4657</a:t>
            </a:r>
          </a:p>
          <a:p>
            <a:pPr marL="12700" marR="142875" algn="ctr">
              <a:lnSpc>
                <a:spcPct val="100000"/>
              </a:lnSpc>
            </a:pPr>
            <a:endParaRPr lang="en-CA" sz="1200" noProof="0" dirty="0">
              <a:latin typeface="Aptos" panose="020B0004020202020204" pitchFamily="34" charset="0"/>
              <a:cs typeface="Times New Roman"/>
            </a:endParaRPr>
          </a:p>
          <a:p>
            <a:pPr marL="12700" marR="142875" algn="ctr">
              <a:lnSpc>
                <a:spcPct val="100000"/>
              </a:lnSpc>
            </a:pPr>
            <a:r>
              <a:rPr lang="en-CA" sz="1200" u="sng" dirty="0">
                <a:latin typeface="Aptos" panose="020B0004020202020204" pitchFamily="34" charset="0"/>
                <a:cs typeface="Times New Roman"/>
              </a:rPr>
              <a:t>Region </a:t>
            </a:r>
          </a:p>
          <a:p>
            <a:pPr marL="12700" marR="142875" algn="ctr">
              <a:lnSpc>
                <a:spcPct val="100000"/>
              </a:lnSpc>
            </a:pPr>
            <a:r>
              <a:rPr lang="en-CA" sz="1200" noProof="0" dirty="0">
                <a:latin typeface="Aptos" panose="020B0004020202020204" pitchFamily="34" charset="0"/>
                <a:cs typeface="Times New Roman"/>
              </a:rPr>
              <a:t>Axe point NWT, Spokane, Coastal Pacific, SE Alaska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39115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76289" y="1750055"/>
            <a:ext cx="14257735" cy="3722887"/>
          </a:xfrm>
        </p:spPr>
        <p:txBody>
          <a:bodyPr anchor="b"/>
          <a:lstStyle>
            <a:lvl1pPr algn="ctr">
              <a:defRPr sz="93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76289" y="5616511"/>
            <a:ext cx="14257735" cy="2581762"/>
          </a:xfrm>
        </p:spPr>
        <p:txBody>
          <a:bodyPr/>
          <a:lstStyle>
            <a:lvl1pPr marL="0" indent="0" algn="ctr">
              <a:buNone/>
              <a:defRPr sz="3742"/>
            </a:lvl1pPr>
            <a:lvl2pPr marL="712866" indent="0" algn="ctr">
              <a:buNone/>
              <a:defRPr sz="3118"/>
            </a:lvl2pPr>
            <a:lvl3pPr marL="1425732" indent="0" algn="ctr">
              <a:buNone/>
              <a:defRPr sz="2807"/>
            </a:lvl3pPr>
            <a:lvl4pPr marL="2138599" indent="0" algn="ctr">
              <a:buNone/>
              <a:defRPr sz="2495"/>
            </a:lvl4pPr>
            <a:lvl5pPr marL="2851465" indent="0" algn="ctr">
              <a:buNone/>
              <a:defRPr sz="2495"/>
            </a:lvl5pPr>
            <a:lvl6pPr marL="3564331" indent="0" algn="ctr">
              <a:buNone/>
              <a:defRPr sz="2495"/>
            </a:lvl6pPr>
            <a:lvl7pPr marL="4277197" indent="0" algn="ctr">
              <a:buNone/>
              <a:defRPr sz="2495"/>
            </a:lvl7pPr>
            <a:lvl8pPr marL="4990064" indent="0" algn="ctr">
              <a:buNone/>
              <a:defRPr sz="2495"/>
            </a:lvl8pPr>
            <a:lvl9pPr marL="5702930" indent="0" algn="ctr">
              <a:buNone/>
              <a:defRPr sz="249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29698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9549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7058" y="2665925"/>
            <a:ext cx="16396395" cy="4448157"/>
          </a:xfrm>
        </p:spPr>
        <p:txBody>
          <a:bodyPr anchor="b"/>
          <a:lstStyle>
            <a:lvl1pPr>
              <a:defRPr sz="93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7058" y="7156164"/>
            <a:ext cx="16396395" cy="2339180"/>
          </a:xfrm>
        </p:spPr>
        <p:txBody>
          <a:bodyPr/>
          <a:lstStyle>
            <a:lvl1pPr marL="0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1pPr>
            <a:lvl2pPr marL="712866" indent="0">
              <a:buNone/>
              <a:defRPr sz="3118">
                <a:solidFill>
                  <a:schemeClr val="tx1">
                    <a:tint val="75000"/>
                  </a:schemeClr>
                </a:solidFill>
              </a:defRPr>
            </a:lvl2pPr>
            <a:lvl3pPr marL="1425732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3pPr>
            <a:lvl4pPr marL="2138599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4pPr>
            <a:lvl5pPr marL="2851465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5pPr>
            <a:lvl6pPr marL="3564331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6pPr>
            <a:lvl7pPr marL="4277197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7pPr>
            <a:lvl8pPr marL="4990064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8pPr>
            <a:lvl9pPr marL="5702930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72319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06959" y="2846623"/>
            <a:ext cx="807938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23971" y="2846623"/>
            <a:ext cx="807938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79570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5" y="569326"/>
            <a:ext cx="16396395" cy="2066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9436" y="2621369"/>
            <a:ext cx="8042253" cy="128469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09436" y="3906061"/>
            <a:ext cx="8042253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623971" y="2621369"/>
            <a:ext cx="8081859" cy="128469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623971" y="3906061"/>
            <a:ext cx="8081859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90775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06622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32000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6" y="712893"/>
            <a:ext cx="6131320" cy="2495127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81859" y="1539652"/>
            <a:ext cx="9623971" cy="7599245"/>
          </a:xfrm>
        </p:spPr>
        <p:txBody>
          <a:bodyPr/>
          <a:lstStyle>
            <a:lvl1pPr>
              <a:defRPr sz="4989"/>
            </a:lvl1pPr>
            <a:lvl2pPr>
              <a:defRPr sz="4366"/>
            </a:lvl2pPr>
            <a:lvl3pPr>
              <a:defRPr sz="3742"/>
            </a:lvl3pPr>
            <a:lvl4pPr>
              <a:defRPr sz="3118"/>
            </a:lvl4pPr>
            <a:lvl5pPr>
              <a:defRPr sz="3118"/>
            </a:lvl5pPr>
            <a:lvl6pPr>
              <a:defRPr sz="3118"/>
            </a:lvl6pPr>
            <a:lvl7pPr>
              <a:defRPr sz="3118"/>
            </a:lvl7pPr>
            <a:lvl8pPr>
              <a:defRPr sz="3118"/>
            </a:lvl8pPr>
            <a:lvl9pPr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9436" y="3208020"/>
            <a:ext cx="6131320" cy="5943254"/>
          </a:xfrm>
        </p:spPr>
        <p:txBody>
          <a:bodyPr/>
          <a:lstStyle>
            <a:lvl1pPr marL="0" indent="0">
              <a:buNone/>
              <a:defRPr sz="2495"/>
            </a:lvl1pPr>
            <a:lvl2pPr marL="712866" indent="0">
              <a:buNone/>
              <a:defRPr sz="2183"/>
            </a:lvl2pPr>
            <a:lvl3pPr marL="1425732" indent="0">
              <a:buNone/>
              <a:defRPr sz="1871"/>
            </a:lvl3pPr>
            <a:lvl4pPr marL="2138599" indent="0">
              <a:buNone/>
              <a:defRPr sz="1559"/>
            </a:lvl4pPr>
            <a:lvl5pPr marL="2851465" indent="0">
              <a:buNone/>
              <a:defRPr sz="1559"/>
            </a:lvl5pPr>
            <a:lvl6pPr marL="3564331" indent="0">
              <a:buNone/>
              <a:defRPr sz="1559"/>
            </a:lvl6pPr>
            <a:lvl7pPr marL="4277197" indent="0">
              <a:buNone/>
              <a:defRPr sz="1559"/>
            </a:lvl7pPr>
            <a:lvl8pPr marL="4990064" indent="0">
              <a:buNone/>
              <a:defRPr sz="1559"/>
            </a:lvl8pPr>
            <a:lvl9pPr marL="5702930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0046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6" y="712893"/>
            <a:ext cx="6131320" cy="2495127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81859" y="1539652"/>
            <a:ext cx="9623971" cy="7599245"/>
          </a:xfrm>
        </p:spPr>
        <p:txBody>
          <a:bodyPr anchor="t"/>
          <a:lstStyle>
            <a:lvl1pPr marL="0" indent="0">
              <a:buNone/>
              <a:defRPr sz="4989"/>
            </a:lvl1pPr>
            <a:lvl2pPr marL="712866" indent="0">
              <a:buNone/>
              <a:defRPr sz="4366"/>
            </a:lvl2pPr>
            <a:lvl3pPr marL="1425732" indent="0">
              <a:buNone/>
              <a:defRPr sz="3742"/>
            </a:lvl3pPr>
            <a:lvl4pPr marL="2138599" indent="0">
              <a:buNone/>
              <a:defRPr sz="3118"/>
            </a:lvl4pPr>
            <a:lvl5pPr marL="2851465" indent="0">
              <a:buNone/>
              <a:defRPr sz="3118"/>
            </a:lvl5pPr>
            <a:lvl6pPr marL="3564331" indent="0">
              <a:buNone/>
              <a:defRPr sz="3118"/>
            </a:lvl6pPr>
            <a:lvl7pPr marL="4277197" indent="0">
              <a:buNone/>
              <a:defRPr sz="3118"/>
            </a:lvl7pPr>
            <a:lvl8pPr marL="4990064" indent="0">
              <a:buNone/>
              <a:defRPr sz="3118"/>
            </a:lvl8pPr>
            <a:lvl9pPr marL="5702930" indent="0">
              <a:buNone/>
              <a:defRPr sz="311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9436" y="3208020"/>
            <a:ext cx="6131320" cy="5943254"/>
          </a:xfrm>
        </p:spPr>
        <p:txBody>
          <a:bodyPr/>
          <a:lstStyle>
            <a:lvl1pPr marL="0" indent="0">
              <a:buNone/>
              <a:defRPr sz="2495"/>
            </a:lvl1pPr>
            <a:lvl2pPr marL="712866" indent="0">
              <a:buNone/>
              <a:defRPr sz="2183"/>
            </a:lvl2pPr>
            <a:lvl3pPr marL="1425732" indent="0">
              <a:buNone/>
              <a:defRPr sz="1871"/>
            </a:lvl3pPr>
            <a:lvl4pPr marL="2138599" indent="0">
              <a:buNone/>
              <a:defRPr sz="1559"/>
            </a:lvl4pPr>
            <a:lvl5pPr marL="2851465" indent="0">
              <a:buNone/>
              <a:defRPr sz="1559"/>
            </a:lvl5pPr>
            <a:lvl6pPr marL="3564331" indent="0">
              <a:buNone/>
              <a:defRPr sz="1559"/>
            </a:lvl6pPr>
            <a:lvl7pPr marL="4277197" indent="0">
              <a:buNone/>
              <a:defRPr sz="1559"/>
            </a:lvl7pPr>
            <a:lvl8pPr marL="4990064" indent="0">
              <a:buNone/>
              <a:defRPr sz="1559"/>
            </a:lvl8pPr>
            <a:lvl9pPr marL="5702930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924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8309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604255" y="569325"/>
            <a:ext cx="4099099" cy="90621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06959" y="569325"/>
            <a:ext cx="12059667" cy="90621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28634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06959" y="569326"/>
            <a:ext cx="16396395" cy="2066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6959" y="2846623"/>
            <a:ext cx="16396395" cy="6784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602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1425732" rtl="0" eaLnBrk="1" latinLnBrk="0" hangingPunct="1">
        <a:lnSpc>
          <a:spcPct val="90000"/>
        </a:lnSpc>
        <a:spcBef>
          <a:spcPct val="0"/>
        </a:spcBef>
        <a:buNone/>
        <a:defRPr sz="6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433" indent="-356433" algn="l" defTabSz="1425732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4366" kern="1200">
          <a:solidFill>
            <a:schemeClr val="tx1"/>
          </a:solidFill>
          <a:latin typeface="+mn-lt"/>
          <a:ea typeface="+mn-ea"/>
          <a:cs typeface="+mn-cs"/>
        </a:defRPr>
      </a:lvl1pPr>
      <a:lvl2pPr marL="1069299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2pPr>
      <a:lvl3pPr marL="1782166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3pPr>
      <a:lvl4pPr marL="2495032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4pPr>
      <a:lvl5pPr marL="3207898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5pPr>
      <a:lvl6pPr marL="3920764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6pPr>
      <a:lvl7pPr marL="4633631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7pPr>
      <a:lvl8pPr marL="5346497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8pPr>
      <a:lvl9pPr marL="6059363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1pPr>
      <a:lvl2pPr marL="712866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2pPr>
      <a:lvl3pPr marL="1425732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3pPr>
      <a:lvl4pPr marL="2138599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4pPr>
      <a:lvl5pPr marL="2851465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5pPr>
      <a:lvl6pPr marL="3564331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6pPr>
      <a:lvl7pPr marL="4277197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7pPr>
      <a:lvl8pPr marL="4990064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8pPr>
      <a:lvl9pPr marL="5702930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otalprepare.ca/earthquakes-in-canada-intro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nature.com/articles/s41586-020-2407-5?draft=collection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arthquakescanada.nrcan.gc.ca/stndon/NEDB-BNDS/bulletin-en.php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perial.ac.uk/news/198796/study-reveals-water-deep-earthtriggers/" TargetMode="External"/><Relationship Id="rId2" Type="http://schemas.openxmlformats.org/officeDocument/2006/relationships/hyperlink" Target="https://colab.research.google.com/drive/1DT2BTUE-0tHoaqCcfNEFGPFyZ3caBmhX?usp=sharing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earthquakescanada.nrcan.gc.ca/stndon/NEDB-BNDS/bulletin-en.php" TargetMode="External"/><Relationship Id="rId4" Type="http://schemas.openxmlformats.org/officeDocument/2006/relationships/hyperlink" Target="https://doi.org/10.1038/s41586-020-2407-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6384197-4DD9-4AA9-21A0-E53D5FC7C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262" y="990196"/>
            <a:ext cx="15125262" cy="9703203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20F95502-65C6-482A-9B40-DDCB8DAA9D75}"/>
              </a:ext>
            </a:extLst>
          </p:cNvPr>
          <p:cNvGrpSpPr/>
          <p:nvPr/>
        </p:nvGrpSpPr>
        <p:grpSpPr>
          <a:xfrm>
            <a:off x="0" y="0"/>
            <a:ext cx="19010313" cy="1112119"/>
            <a:chOff x="-324644" y="2222500"/>
            <a:chExt cx="22261685" cy="1302327"/>
          </a:xfrm>
        </p:grpSpPr>
        <p:sp>
          <p:nvSpPr>
            <p:cNvPr id="2" name="object 2"/>
            <p:cNvSpPr/>
            <p:nvPr/>
          </p:nvSpPr>
          <p:spPr>
            <a:xfrm>
              <a:off x="-324644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009EF3"/>
            </a:solidFill>
          </p:spPr>
          <p:txBody>
            <a:bodyPr wrap="square" lIns="0" tIns="0" rIns="0" bIns="0" rtlCol="0"/>
            <a:lstStyle/>
            <a:p>
              <a:endParaRPr lang="en-CA" noProof="0" dirty="0">
                <a:latin typeface="Aptos" panose="020B0004020202020204" pitchFamily="34" charset="0"/>
              </a:endParaRPr>
            </a:p>
          </p:txBody>
        </p:sp>
        <p:sp>
          <p:nvSpPr>
            <p:cNvPr id="3" name="object 3"/>
            <p:cNvSpPr/>
            <p:nvPr/>
          </p:nvSpPr>
          <p:spPr>
            <a:xfrm>
              <a:off x="16363156" y="2222500"/>
              <a:ext cx="5573885" cy="1302327"/>
            </a:xfrm>
            <a:custGeom>
              <a:avLst/>
              <a:gdLst/>
              <a:ahLst/>
              <a:cxnLst/>
              <a:rect l="l" t="t" r="r" b="b"/>
              <a:pathLst>
                <a:path w="1883409" h="440055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 wrap="square" lIns="0" tIns="0" rIns="0" bIns="0" rtlCol="0"/>
            <a:lstStyle/>
            <a:p>
              <a:endParaRPr lang="en-CA" noProof="0" dirty="0">
                <a:latin typeface="Aptos" panose="020B0004020202020204" pitchFamily="34" charset="0"/>
              </a:endParaRPr>
            </a:p>
          </p:txBody>
        </p:sp>
        <p:sp>
          <p:nvSpPr>
            <p:cNvPr id="22" name="object 2">
              <a:extLst>
                <a:ext uri="{FF2B5EF4-FFF2-40B4-BE49-F238E27FC236}">
                  <a16:creationId xmlns:a16="http://schemas.microsoft.com/office/drawing/2014/main" id="{3708B453-DDCE-42C1-9AB9-A8D5DDCA46AD}"/>
                </a:ext>
              </a:extLst>
            </p:cNvPr>
            <p:cNvSpPr/>
            <p:nvPr/>
          </p:nvSpPr>
          <p:spPr>
            <a:xfrm>
              <a:off x="52379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lang="en-CA" noProof="0" dirty="0">
                <a:latin typeface="Aptos" panose="020B0004020202020204" pitchFamily="34" charset="0"/>
              </a:endParaRPr>
            </a:p>
          </p:txBody>
        </p:sp>
        <p:sp>
          <p:nvSpPr>
            <p:cNvPr id="23" name="object 2">
              <a:extLst>
                <a:ext uri="{FF2B5EF4-FFF2-40B4-BE49-F238E27FC236}">
                  <a16:creationId xmlns:a16="http://schemas.microsoft.com/office/drawing/2014/main" id="{7D360C87-DA57-4F00-96B5-35199AD11657}"/>
                </a:ext>
              </a:extLst>
            </p:cNvPr>
            <p:cNvSpPr/>
            <p:nvPr/>
          </p:nvSpPr>
          <p:spPr>
            <a:xfrm>
              <a:off x="108005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A100"/>
            </a:solidFill>
          </p:spPr>
          <p:txBody>
            <a:bodyPr wrap="square" lIns="0" tIns="0" rIns="0" bIns="0" rtlCol="0"/>
            <a:lstStyle/>
            <a:p>
              <a:endParaRPr lang="en-CA" noProof="0" dirty="0">
                <a:latin typeface="Aptos" panose="020B0004020202020204" pitchFamily="34" charset="0"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40668" y="7673638"/>
            <a:ext cx="10368136" cy="11162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60680" algn="ctr">
              <a:lnSpc>
                <a:spcPct val="102400"/>
              </a:lnSpc>
            </a:pPr>
            <a:r>
              <a:rPr lang="en-CA" sz="7200" noProof="0" dirty="0">
                <a:solidFill>
                  <a:schemeClr val="accent2"/>
                </a:solidFill>
                <a:latin typeface="Aptos" panose="020B0004020202020204" pitchFamily="34" charset="0"/>
                <a:cs typeface="Source Sans Pro"/>
              </a:rPr>
              <a:t>Coastal British Columbia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780550" y="8791218"/>
            <a:ext cx="7888372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CA" sz="4800" spc="-5" noProof="0" dirty="0">
                <a:solidFill>
                  <a:srgbClr val="00A0EF"/>
                </a:solidFill>
                <a:latin typeface="Aptos" panose="020B0004020202020204" pitchFamily="34" charset="0"/>
                <a:cs typeface="Source Sans Pro Light"/>
              </a:rPr>
              <a:t>Earthquakes </a:t>
            </a:r>
            <a:endParaRPr lang="en-CA" sz="4800" noProof="0" dirty="0">
              <a:latin typeface="Aptos" panose="020B0004020202020204" pitchFamily="34" charset="0"/>
              <a:cs typeface="Source Sans Pro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641AB5-C0FD-F286-A4F0-09DC4B8A39FC}"/>
              </a:ext>
            </a:extLst>
          </p:cNvPr>
          <p:cNvSpPr txBox="1"/>
          <p:nvPr/>
        </p:nvSpPr>
        <p:spPr>
          <a:xfrm>
            <a:off x="3384476" y="9545460"/>
            <a:ext cx="46805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200" dirty="0">
                <a:solidFill>
                  <a:schemeClr val="bg1"/>
                </a:solidFill>
                <a:latin typeface="Aptos" panose="020B0004020202020204" pitchFamily="34" charset="0"/>
              </a:rPr>
              <a:t>Ashley Tegart, MSc candidate </a:t>
            </a:r>
          </a:p>
          <a:p>
            <a:pPr algn="ctr"/>
            <a:r>
              <a:rPr lang="en-CA" sz="2200" dirty="0">
                <a:solidFill>
                  <a:schemeClr val="bg1"/>
                </a:solidFill>
                <a:latin typeface="Aptos" panose="020B0004020202020204" pitchFamily="34" charset="0"/>
              </a:rPr>
              <a:t>Fall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10AC73C5-368A-4992-917B-0C0A1838E3CA}"/>
              </a:ext>
            </a:extLst>
          </p:cNvPr>
          <p:cNvGrpSpPr/>
          <p:nvPr/>
        </p:nvGrpSpPr>
        <p:grpSpPr>
          <a:xfrm>
            <a:off x="3174" y="2808724"/>
            <a:ext cx="9501981" cy="1112109"/>
            <a:chOff x="0" y="8642689"/>
            <a:chExt cx="4336348" cy="439424"/>
          </a:xfrm>
          <a:solidFill>
            <a:srgbClr val="FFBF00"/>
          </a:solidFill>
        </p:grpSpPr>
        <p:sp>
          <p:nvSpPr>
            <p:cNvPr id="57" name="object 4">
              <a:extLst>
                <a:ext uri="{FF2B5EF4-FFF2-40B4-BE49-F238E27FC236}">
                  <a16:creationId xmlns:a16="http://schemas.microsoft.com/office/drawing/2014/main" id="{52033DA7-B496-435D-A3DB-E45BD45E4B7C}"/>
                </a:ext>
              </a:extLst>
            </p:cNvPr>
            <p:cNvSpPr/>
            <p:nvPr/>
          </p:nvSpPr>
          <p:spPr>
            <a:xfrm>
              <a:off x="0" y="8642693"/>
              <a:ext cx="3923363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lang="en-CA" noProof="0" dirty="0">
                <a:latin typeface="Aptos" panose="020B0004020202020204" pitchFamily="34" charset="0"/>
              </a:endParaRPr>
            </a:p>
          </p:txBody>
        </p:sp>
        <p:sp>
          <p:nvSpPr>
            <p:cNvPr id="58" name="object 5">
              <a:extLst>
                <a:ext uri="{FF2B5EF4-FFF2-40B4-BE49-F238E27FC236}">
                  <a16:creationId xmlns:a16="http://schemas.microsoft.com/office/drawing/2014/main" id="{892C04EB-8963-4611-98BC-C2BD5AD407A8}"/>
                </a:ext>
              </a:extLst>
            </p:cNvPr>
            <p:cNvSpPr/>
            <p:nvPr/>
          </p:nvSpPr>
          <p:spPr>
            <a:xfrm>
              <a:off x="3621605" y="8642689"/>
              <a:ext cx="714743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lang="en-CA" noProof="0" dirty="0">
                <a:latin typeface="Aptos" panose="020B0004020202020204" pitchFamily="34" charset="0"/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46956" y="1689100"/>
            <a:ext cx="17145000" cy="879728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lang="en-CA" sz="2800" noProof="0" dirty="0">
                <a:latin typeface="Aptos" panose="020B0004020202020204" pitchFamily="34" charset="0"/>
                <a:cs typeface="Source Sans Pro Light"/>
              </a:rPr>
              <a:t>Ring of Fire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CA" sz="2800" noProof="0" dirty="0">
                <a:latin typeface="Aptos" panose="020B0004020202020204" pitchFamily="34" charset="0"/>
                <a:cs typeface="Source Sans Pro Light"/>
              </a:rPr>
              <a:t>Subduction zones 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46956" y="4126092"/>
            <a:ext cx="16858458" cy="1331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4775">
              <a:spcBef>
                <a:spcPts val="100"/>
              </a:spcBef>
            </a:pPr>
            <a:r>
              <a:rPr lang="en-CA" sz="2800" noProof="0" dirty="0">
                <a:latin typeface="Aptos" panose="020B0004020202020204" pitchFamily="34" charset="0"/>
                <a:cs typeface="Source Sans Pro Light"/>
              </a:rPr>
              <a:t>St. Elias Region and SW Yukon Territory – Pacific plate</a:t>
            </a:r>
          </a:p>
          <a:p>
            <a:pPr marL="12700" marR="104775">
              <a:lnSpc>
                <a:spcPct val="100000"/>
              </a:lnSpc>
              <a:spcBef>
                <a:spcPts val="100"/>
              </a:spcBef>
            </a:pPr>
            <a:r>
              <a:rPr lang="en-CA" sz="2800" noProof="0" dirty="0">
                <a:latin typeface="Aptos" panose="020B0004020202020204" pitchFamily="34" charset="0"/>
                <a:cs typeface="Source Sans Pro Light"/>
              </a:rPr>
              <a:t>Queen Charlotte Fault</a:t>
            </a:r>
          </a:p>
          <a:p>
            <a:pPr marL="12700" marR="104775">
              <a:lnSpc>
                <a:spcPct val="100000"/>
              </a:lnSpc>
              <a:spcBef>
                <a:spcPts val="100"/>
              </a:spcBef>
            </a:pPr>
            <a:r>
              <a:rPr lang="en-CA" sz="2800" noProof="0" dirty="0">
                <a:latin typeface="Aptos" panose="020B0004020202020204" pitchFamily="34" charset="0"/>
                <a:cs typeface="Source Sans Pro Light"/>
              </a:rPr>
              <a:t>Cascadian Subduction Zone – Juan de Fuca plate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76164" y="2970436"/>
            <a:ext cx="480615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CA" sz="4800" spc="-10" noProof="0" dirty="0">
                <a:latin typeface="Aptos" panose="020B0004020202020204" pitchFamily="34" charset="0"/>
                <a:cs typeface="Source Sans Pro Light"/>
              </a:rPr>
              <a:t>Zones &amp; Plates</a:t>
            </a:r>
            <a:endParaRPr lang="en-CA" sz="4800" noProof="0" dirty="0">
              <a:latin typeface="Aptos" panose="020B0004020202020204" pitchFamily="34" charset="0"/>
              <a:cs typeface="Source Sans Pro Ligh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-19845" y="5725639"/>
            <a:ext cx="7958825" cy="1112100"/>
          </a:xfrm>
          <a:custGeom>
            <a:avLst/>
            <a:gdLst/>
            <a:ahLst/>
            <a:cxnLst/>
            <a:rect l="l" t="t" r="r" b="b"/>
            <a:pathLst>
              <a:path w="1909445" h="437514">
                <a:moveTo>
                  <a:pt x="1690241" y="0"/>
                </a:moveTo>
                <a:lnTo>
                  <a:pt x="0" y="0"/>
                </a:lnTo>
                <a:lnTo>
                  <a:pt x="0" y="437154"/>
                </a:lnTo>
                <a:lnTo>
                  <a:pt x="1690241" y="437154"/>
                </a:lnTo>
                <a:lnTo>
                  <a:pt x="1740359" y="431381"/>
                </a:lnTo>
                <a:lnTo>
                  <a:pt x="1786366" y="414937"/>
                </a:lnTo>
                <a:lnTo>
                  <a:pt x="1826950" y="389135"/>
                </a:lnTo>
                <a:lnTo>
                  <a:pt x="1860800" y="355285"/>
                </a:lnTo>
                <a:lnTo>
                  <a:pt x="1886602" y="314701"/>
                </a:lnTo>
                <a:lnTo>
                  <a:pt x="1903046" y="268694"/>
                </a:lnTo>
                <a:lnTo>
                  <a:pt x="1908818" y="218577"/>
                </a:lnTo>
                <a:lnTo>
                  <a:pt x="1903046" y="168459"/>
                </a:lnTo>
                <a:lnTo>
                  <a:pt x="1886602" y="122452"/>
                </a:lnTo>
                <a:lnTo>
                  <a:pt x="1860800" y="81868"/>
                </a:lnTo>
                <a:lnTo>
                  <a:pt x="1826950" y="48018"/>
                </a:lnTo>
                <a:lnTo>
                  <a:pt x="1786366" y="22216"/>
                </a:lnTo>
                <a:lnTo>
                  <a:pt x="1740359" y="5772"/>
                </a:lnTo>
                <a:lnTo>
                  <a:pt x="1690241" y="0"/>
                </a:lnTo>
                <a:close/>
              </a:path>
            </a:pathLst>
          </a:custGeom>
          <a:solidFill>
            <a:srgbClr val="FFA001"/>
          </a:solidFill>
        </p:spPr>
        <p:txBody>
          <a:bodyPr wrap="square" lIns="0" tIns="0" rIns="0" bIns="0" rtlCol="0"/>
          <a:lstStyle/>
          <a:p>
            <a:endParaRPr lang="en-CA" noProof="0" dirty="0">
              <a:latin typeface="Aptos" panose="020B0004020202020204" pitchFamily="34" charset="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1060" y="5905945"/>
            <a:ext cx="471636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CA" sz="4800" spc="5" noProof="0" dirty="0">
                <a:latin typeface="Aptos" panose="020B0004020202020204" pitchFamily="34" charset="0"/>
                <a:cs typeface="Source Sans Pro Light"/>
              </a:rPr>
              <a:t>Measurements</a:t>
            </a:r>
            <a:endParaRPr lang="en-CA" sz="4400" noProof="0" dirty="0">
              <a:latin typeface="Aptos" panose="020B0004020202020204" pitchFamily="34" charset="0"/>
              <a:cs typeface="Source Sans Pro Light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85AB44F-D837-4737-86D1-C4E5A35B8AC4}"/>
              </a:ext>
            </a:extLst>
          </p:cNvPr>
          <p:cNvGrpSpPr/>
          <p:nvPr/>
        </p:nvGrpSpPr>
        <p:grpSpPr>
          <a:xfrm>
            <a:off x="-19844" y="306140"/>
            <a:ext cx="10965160" cy="1112119"/>
            <a:chOff x="0" y="8642689"/>
            <a:chExt cx="4336348" cy="439424"/>
          </a:xfrm>
        </p:grpSpPr>
        <p:sp>
          <p:nvSpPr>
            <p:cNvPr id="53" name="object 4">
              <a:extLst>
                <a:ext uri="{FF2B5EF4-FFF2-40B4-BE49-F238E27FC236}">
                  <a16:creationId xmlns:a16="http://schemas.microsoft.com/office/drawing/2014/main" id="{6DB0E343-9628-4235-8038-621A98D250CA}"/>
                </a:ext>
              </a:extLst>
            </p:cNvPr>
            <p:cNvSpPr/>
            <p:nvPr/>
          </p:nvSpPr>
          <p:spPr>
            <a:xfrm>
              <a:off x="0" y="8642693"/>
              <a:ext cx="3923363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lang="en-CA" noProof="0" dirty="0">
                <a:latin typeface="Aptos" panose="020B0004020202020204" pitchFamily="34" charset="0"/>
              </a:endParaRPr>
            </a:p>
          </p:txBody>
        </p:sp>
        <p:sp>
          <p:nvSpPr>
            <p:cNvPr id="54" name="object 5">
              <a:extLst>
                <a:ext uri="{FF2B5EF4-FFF2-40B4-BE49-F238E27FC236}">
                  <a16:creationId xmlns:a16="http://schemas.microsoft.com/office/drawing/2014/main" id="{CF5C245D-05EF-4DFD-8810-E437FF667919}"/>
                </a:ext>
              </a:extLst>
            </p:cNvPr>
            <p:cNvSpPr/>
            <p:nvPr/>
          </p:nvSpPr>
          <p:spPr>
            <a:xfrm>
              <a:off x="3621605" y="8642689"/>
              <a:ext cx="714743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lang="en-CA" noProof="0" dirty="0">
                <a:latin typeface="Aptos" panose="020B0004020202020204" pitchFamily="34" charset="0"/>
              </a:endParaRPr>
            </a:p>
          </p:txBody>
        </p:sp>
      </p:grpSp>
      <p:sp>
        <p:nvSpPr>
          <p:cNvPr id="55" name="object 9">
            <a:extLst>
              <a:ext uri="{FF2B5EF4-FFF2-40B4-BE49-F238E27FC236}">
                <a16:creationId xmlns:a16="http://schemas.microsoft.com/office/drawing/2014/main" id="{290C40E7-4402-4FD6-90CE-5CDF3FC9D08D}"/>
              </a:ext>
            </a:extLst>
          </p:cNvPr>
          <p:cNvSpPr txBox="1"/>
          <p:nvPr/>
        </p:nvSpPr>
        <p:spPr>
          <a:xfrm>
            <a:off x="432148" y="490756"/>
            <a:ext cx="7992888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CA" sz="4800" spc="-5" noProof="0" dirty="0">
                <a:latin typeface="Aptos" panose="020B0004020202020204" pitchFamily="34" charset="0"/>
                <a:cs typeface="Source Sans Pro Light"/>
              </a:rPr>
              <a:t>BC Costal Earthquakes</a:t>
            </a:r>
            <a:endParaRPr lang="en-CA" sz="4800" noProof="0" dirty="0">
              <a:latin typeface="Aptos" panose="020B0004020202020204" pitchFamily="34" charset="0"/>
              <a:cs typeface="Source Sans Pro Light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6505610B-C784-9C77-E496-4578A2CC19A4}"/>
              </a:ext>
            </a:extLst>
          </p:cNvPr>
          <p:cNvSpPr/>
          <p:nvPr/>
        </p:nvSpPr>
        <p:spPr>
          <a:xfrm>
            <a:off x="12342375" y="0"/>
            <a:ext cx="6667938" cy="10693400"/>
          </a:xfrm>
          <a:custGeom>
            <a:avLst/>
            <a:gdLst/>
            <a:ahLst/>
            <a:cxnLst/>
            <a:rect l="l" t="t" r="r" b="b"/>
            <a:pathLst>
              <a:path w="1883409" h="440055">
                <a:moveTo>
                  <a:pt x="0" y="0"/>
                </a:moveTo>
                <a:lnTo>
                  <a:pt x="0" y="439737"/>
                </a:lnTo>
                <a:lnTo>
                  <a:pt x="1883155" y="439737"/>
                </a:lnTo>
                <a:lnTo>
                  <a:pt x="188315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EF3"/>
          </a:solidFill>
        </p:spPr>
        <p:txBody>
          <a:bodyPr wrap="square" lIns="0" tIns="0" rIns="0" bIns="0" rtlCol="0"/>
          <a:lstStyle/>
          <a:p>
            <a:pPr algn="ctr"/>
            <a:endParaRPr lang="en-CA" noProof="0" dirty="0">
              <a:latin typeface="Aptos" panose="020B0004020202020204" pitchFamily="34" charset="0"/>
            </a:endParaRPr>
          </a:p>
        </p:txBody>
      </p:sp>
      <p:sp>
        <p:nvSpPr>
          <p:cNvPr id="3" name="object 23">
            <a:extLst>
              <a:ext uri="{FF2B5EF4-FFF2-40B4-BE49-F238E27FC236}">
                <a16:creationId xmlns:a16="http://schemas.microsoft.com/office/drawing/2014/main" id="{CB0CCD7C-0F20-3518-B637-450F38B1594E}"/>
              </a:ext>
            </a:extLst>
          </p:cNvPr>
          <p:cNvSpPr/>
          <p:nvPr/>
        </p:nvSpPr>
        <p:spPr>
          <a:xfrm>
            <a:off x="0" y="7866980"/>
            <a:ext cx="6667938" cy="1112110"/>
          </a:xfrm>
          <a:custGeom>
            <a:avLst/>
            <a:gdLst/>
            <a:ahLst/>
            <a:cxnLst/>
            <a:rect l="l" t="t" r="r" b="b"/>
            <a:pathLst>
              <a:path w="1909445" h="437514">
                <a:moveTo>
                  <a:pt x="1690241" y="0"/>
                </a:moveTo>
                <a:lnTo>
                  <a:pt x="0" y="0"/>
                </a:lnTo>
                <a:lnTo>
                  <a:pt x="0" y="437154"/>
                </a:lnTo>
                <a:lnTo>
                  <a:pt x="1690241" y="437154"/>
                </a:lnTo>
                <a:lnTo>
                  <a:pt x="1740359" y="431381"/>
                </a:lnTo>
                <a:lnTo>
                  <a:pt x="1786366" y="414937"/>
                </a:lnTo>
                <a:lnTo>
                  <a:pt x="1826950" y="389135"/>
                </a:lnTo>
                <a:lnTo>
                  <a:pt x="1860800" y="355285"/>
                </a:lnTo>
                <a:lnTo>
                  <a:pt x="1886602" y="314701"/>
                </a:lnTo>
                <a:lnTo>
                  <a:pt x="1903046" y="268694"/>
                </a:lnTo>
                <a:lnTo>
                  <a:pt x="1908818" y="218577"/>
                </a:lnTo>
                <a:lnTo>
                  <a:pt x="1903046" y="168459"/>
                </a:lnTo>
                <a:lnTo>
                  <a:pt x="1886602" y="122452"/>
                </a:lnTo>
                <a:lnTo>
                  <a:pt x="1860800" y="81868"/>
                </a:lnTo>
                <a:lnTo>
                  <a:pt x="1826950" y="48018"/>
                </a:lnTo>
                <a:lnTo>
                  <a:pt x="1786366" y="22216"/>
                </a:lnTo>
                <a:lnTo>
                  <a:pt x="1740359" y="5772"/>
                </a:lnTo>
                <a:lnTo>
                  <a:pt x="1690241" y="0"/>
                </a:lnTo>
                <a:close/>
              </a:path>
            </a:pathLst>
          </a:custGeom>
          <a:solidFill>
            <a:srgbClr val="FF8200"/>
          </a:solidFill>
        </p:spPr>
        <p:txBody>
          <a:bodyPr wrap="square" lIns="0" tIns="0" rIns="0" bIns="0" rtlCol="0"/>
          <a:lstStyle/>
          <a:p>
            <a:endParaRPr lang="en-CA" noProof="0" dirty="0">
              <a:latin typeface="Aptos" panose="020B0004020202020204" pitchFamily="34" charset="0"/>
            </a:endParaRPr>
          </a:p>
        </p:txBody>
      </p:sp>
      <p:sp>
        <p:nvSpPr>
          <p:cNvPr id="4" name="object 24">
            <a:extLst>
              <a:ext uri="{FF2B5EF4-FFF2-40B4-BE49-F238E27FC236}">
                <a16:creationId xmlns:a16="http://schemas.microsoft.com/office/drawing/2014/main" id="{6D51EEFB-0DC3-70D2-CAFB-3B8A1015EB01}"/>
              </a:ext>
            </a:extLst>
          </p:cNvPr>
          <p:cNvSpPr txBox="1"/>
          <p:nvPr/>
        </p:nvSpPr>
        <p:spPr>
          <a:xfrm>
            <a:off x="621060" y="8010996"/>
            <a:ext cx="2478008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CA" sz="4800" spc="5" noProof="0" dirty="0">
                <a:latin typeface="Aptos" panose="020B0004020202020204" pitchFamily="34" charset="0"/>
                <a:cs typeface="Source Sans Pro Light"/>
              </a:rPr>
              <a:t>Concerns</a:t>
            </a:r>
            <a:endParaRPr lang="en-CA" sz="2800" noProof="0" dirty="0">
              <a:latin typeface="Aptos" panose="020B0004020202020204" pitchFamily="34" charset="0"/>
              <a:cs typeface="Source Sans Pro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4C88A1-62E3-5C2F-46A0-A95733923248}"/>
              </a:ext>
            </a:extLst>
          </p:cNvPr>
          <p:cNvSpPr txBox="1"/>
          <p:nvPr/>
        </p:nvSpPr>
        <p:spPr>
          <a:xfrm>
            <a:off x="913090" y="9287976"/>
            <a:ext cx="9515474" cy="966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CA" sz="2800" spc="-5" noProof="0" dirty="0">
                <a:latin typeface="Aptos" panose="020B0004020202020204" pitchFamily="34" charset="0"/>
                <a:cs typeface="Source Sans Pro Light"/>
              </a:rPr>
              <a:t>Earthquake &amp; tsunami zone preparedness 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CA" sz="2800" spc="-5" noProof="0" dirty="0">
                <a:latin typeface="Aptos" panose="020B0004020202020204" pitchFamily="34" charset="0"/>
                <a:cs typeface="Source Sans Pro Light"/>
              </a:rPr>
              <a:t>Seasons of increased activity?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6E5A26-69AA-D4B8-727C-CC77A1F01E55}"/>
              </a:ext>
            </a:extLst>
          </p:cNvPr>
          <p:cNvSpPr txBox="1"/>
          <p:nvPr/>
        </p:nvSpPr>
        <p:spPr>
          <a:xfrm>
            <a:off x="955817" y="7010620"/>
            <a:ext cx="95154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CA" sz="2800" noProof="0" dirty="0">
                <a:latin typeface="Aptos" panose="020B0004020202020204" pitchFamily="34" charset="0"/>
                <a:cs typeface="Source Sans Pro Light"/>
              </a:rPr>
              <a:t>Magnitude, intensity, and depth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C6EBC50-49A3-F345-A6A1-F6B70E2E9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1949" y="291739"/>
            <a:ext cx="5879637" cy="1010992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C701DBE-C124-DC16-3FFE-5B3DCD60EA05}"/>
              </a:ext>
            </a:extLst>
          </p:cNvPr>
          <p:cNvSpPr txBox="1"/>
          <p:nvPr/>
        </p:nvSpPr>
        <p:spPr>
          <a:xfrm>
            <a:off x="13591238" y="10424525"/>
            <a:ext cx="46007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CA" sz="1100" spc="-5" noProof="0" dirty="0">
                <a:latin typeface="Aptos" panose="020B0004020202020204" pitchFamily="34" charset="0"/>
                <a:cs typeface="Source Sans Pro Light"/>
              </a:rPr>
              <a:t>Total Prepare: Emergency Preparedness Solutions – </a:t>
            </a:r>
            <a:r>
              <a:rPr lang="en-CA" sz="1100" spc="-5" noProof="0" dirty="0">
                <a:latin typeface="Aptos" panose="020B0004020202020204" pitchFamily="34" charset="0"/>
                <a:cs typeface="Source Sans Pro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Earthquakes in Canada </a:t>
            </a:r>
            <a:endParaRPr lang="en-CA" sz="1100" spc="-5" noProof="0" dirty="0">
              <a:latin typeface="Aptos" panose="020B0004020202020204" pitchFamily="34" charset="0"/>
              <a:cs typeface="Source Sans Pro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3">
            <a:extLst>
              <a:ext uri="{FF2B5EF4-FFF2-40B4-BE49-F238E27FC236}">
                <a16:creationId xmlns:a16="http://schemas.microsoft.com/office/drawing/2014/main" id="{4864613C-2D9D-8341-B1FF-23BFB27439ED}"/>
              </a:ext>
            </a:extLst>
          </p:cNvPr>
          <p:cNvSpPr/>
          <p:nvPr/>
        </p:nvSpPr>
        <p:spPr>
          <a:xfrm>
            <a:off x="10009212" y="0"/>
            <a:ext cx="9001101" cy="10728000"/>
          </a:xfrm>
          <a:custGeom>
            <a:avLst/>
            <a:gdLst/>
            <a:ahLst/>
            <a:cxnLst/>
            <a:rect l="l" t="t" r="r" b="b"/>
            <a:pathLst>
              <a:path w="1883409" h="440055">
                <a:moveTo>
                  <a:pt x="0" y="0"/>
                </a:moveTo>
                <a:lnTo>
                  <a:pt x="0" y="439737"/>
                </a:lnTo>
                <a:lnTo>
                  <a:pt x="1883155" y="439737"/>
                </a:lnTo>
                <a:lnTo>
                  <a:pt x="188315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EF3"/>
          </a:solidFill>
        </p:spPr>
        <p:txBody>
          <a:bodyPr wrap="square" lIns="0" tIns="0" rIns="0" bIns="0" rtlCol="0"/>
          <a:lstStyle/>
          <a:p>
            <a:pPr algn="ctr"/>
            <a:endParaRPr lang="en-CA" noProof="0" dirty="0">
              <a:latin typeface="Aptos" panose="020B0004020202020204" pitchFamily="34" charset="0"/>
            </a:endParaRPr>
          </a:p>
        </p:txBody>
      </p:sp>
      <p:sp>
        <p:nvSpPr>
          <p:cNvPr id="3" name="object 25">
            <a:extLst>
              <a:ext uri="{FF2B5EF4-FFF2-40B4-BE49-F238E27FC236}">
                <a16:creationId xmlns:a16="http://schemas.microsoft.com/office/drawing/2014/main" id="{126E0F5F-0BF5-421E-896C-66BDFA467F8E}"/>
              </a:ext>
            </a:extLst>
          </p:cNvPr>
          <p:cNvSpPr/>
          <p:nvPr/>
        </p:nvSpPr>
        <p:spPr>
          <a:xfrm>
            <a:off x="-794" y="246088"/>
            <a:ext cx="9505950" cy="1128012"/>
          </a:xfrm>
          <a:custGeom>
            <a:avLst/>
            <a:gdLst/>
            <a:ahLst/>
            <a:cxnLst/>
            <a:rect l="l" t="t" r="r" b="b"/>
            <a:pathLst>
              <a:path w="1955164" h="437514">
                <a:moveTo>
                  <a:pt x="1736031" y="0"/>
                </a:moveTo>
                <a:lnTo>
                  <a:pt x="0" y="0"/>
                </a:lnTo>
                <a:lnTo>
                  <a:pt x="0" y="437153"/>
                </a:lnTo>
                <a:lnTo>
                  <a:pt x="1736031" y="437153"/>
                </a:lnTo>
                <a:lnTo>
                  <a:pt x="1786148" y="431380"/>
                </a:lnTo>
                <a:lnTo>
                  <a:pt x="1832155" y="414936"/>
                </a:lnTo>
                <a:lnTo>
                  <a:pt x="1872739" y="389134"/>
                </a:lnTo>
                <a:lnTo>
                  <a:pt x="1906588" y="355285"/>
                </a:lnTo>
                <a:lnTo>
                  <a:pt x="1932391" y="314701"/>
                </a:lnTo>
                <a:lnTo>
                  <a:pt x="1948834" y="268694"/>
                </a:lnTo>
                <a:lnTo>
                  <a:pt x="1954607" y="218577"/>
                </a:lnTo>
                <a:lnTo>
                  <a:pt x="1948834" y="168459"/>
                </a:lnTo>
                <a:lnTo>
                  <a:pt x="1932391" y="122452"/>
                </a:lnTo>
                <a:lnTo>
                  <a:pt x="1906588" y="81868"/>
                </a:lnTo>
                <a:lnTo>
                  <a:pt x="1872739" y="48018"/>
                </a:lnTo>
                <a:lnTo>
                  <a:pt x="1832155" y="22216"/>
                </a:lnTo>
                <a:lnTo>
                  <a:pt x="1786148" y="5772"/>
                </a:lnTo>
                <a:lnTo>
                  <a:pt x="1736031" y="0"/>
                </a:lnTo>
                <a:close/>
              </a:path>
            </a:pathLst>
          </a:custGeom>
          <a:solidFill>
            <a:srgbClr val="009EF3"/>
          </a:solidFill>
        </p:spPr>
        <p:txBody>
          <a:bodyPr wrap="square" lIns="0" tIns="0" rIns="0" bIns="0" rtlCol="0"/>
          <a:lstStyle/>
          <a:p>
            <a:endParaRPr lang="en-CA" noProof="0" dirty="0">
              <a:latin typeface="Aptos" panose="020B0004020202020204" pitchFamily="34" charset="0"/>
            </a:endParaRPr>
          </a:p>
        </p:txBody>
      </p:sp>
      <p:sp>
        <p:nvSpPr>
          <p:cNvPr id="4" name="object 26">
            <a:extLst>
              <a:ext uri="{FF2B5EF4-FFF2-40B4-BE49-F238E27FC236}">
                <a16:creationId xmlns:a16="http://schemas.microsoft.com/office/drawing/2014/main" id="{47361EA6-B98B-4E3D-A601-BE47951F364B}"/>
              </a:ext>
            </a:extLst>
          </p:cNvPr>
          <p:cNvSpPr txBox="1"/>
          <p:nvPr/>
        </p:nvSpPr>
        <p:spPr>
          <a:xfrm>
            <a:off x="665926" y="420326"/>
            <a:ext cx="1085545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CA" sz="4800" spc="-30" noProof="0" dirty="0">
                <a:latin typeface="Aptos" panose="020B0004020202020204" pitchFamily="34" charset="0"/>
                <a:cs typeface="Source Sans Pro Light"/>
              </a:rPr>
              <a:t>Current Research and Literature </a:t>
            </a:r>
            <a:endParaRPr lang="en-CA" sz="2800" noProof="0" dirty="0">
              <a:latin typeface="Aptos" panose="020B0004020202020204" pitchFamily="34" charset="0"/>
              <a:cs typeface="Source Sans Pro Light"/>
            </a:endParaRPr>
          </a:p>
        </p:txBody>
      </p:sp>
      <p:sp>
        <p:nvSpPr>
          <p:cNvPr id="39" name="object 2">
            <a:extLst>
              <a:ext uri="{FF2B5EF4-FFF2-40B4-BE49-F238E27FC236}">
                <a16:creationId xmlns:a16="http://schemas.microsoft.com/office/drawing/2014/main" id="{859A798A-A3B9-49A3-9795-39649F8CA387}"/>
              </a:ext>
            </a:extLst>
          </p:cNvPr>
          <p:cNvSpPr txBox="1"/>
          <p:nvPr/>
        </p:nvSpPr>
        <p:spPr>
          <a:xfrm>
            <a:off x="360140" y="4117864"/>
            <a:ext cx="10441160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CA" sz="2400" b="0" i="0" u="none" strike="noStrike" noProof="0" dirty="0">
                <a:solidFill>
                  <a:schemeClr val="accent1"/>
                </a:solidFill>
                <a:effectLst/>
                <a:latin typeface="Aptos" panose="020B0004020202020204" pitchFamily="34" charset="0"/>
              </a:rPr>
              <a:t>Variable water input controls evolution of the Lesser Antilles volcanic arc</a:t>
            </a:r>
            <a:endParaRPr lang="en-CA" sz="2400" b="0" i="0" noProof="0" dirty="0">
              <a:solidFill>
                <a:schemeClr val="accent1"/>
              </a:solidFill>
              <a:effectLst/>
              <a:latin typeface="Aptos" panose="020B00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CA" sz="2400" noProof="0" dirty="0">
                <a:solidFill>
                  <a:schemeClr val="accent1"/>
                </a:solidFill>
                <a:latin typeface="Aptos" panose="020B0004020202020204" pitchFamily="34" charset="0"/>
                <a:cs typeface="Source Sans Pro"/>
              </a:rPr>
              <a:t>Cooper, G., et al. (2020) in </a:t>
            </a:r>
            <a:r>
              <a:rPr lang="en-CA" sz="2400" i="1" noProof="0" dirty="0">
                <a:solidFill>
                  <a:schemeClr val="accent1"/>
                </a:solidFill>
                <a:latin typeface="Aptos" panose="020B0004020202020204" pitchFamily="34" charset="0"/>
                <a:cs typeface="Source Sans Pr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Nature</a:t>
            </a:r>
            <a:r>
              <a:rPr lang="en-CA" sz="2400" i="1" noProof="0" dirty="0">
                <a:solidFill>
                  <a:schemeClr val="accent1"/>
                </a:solidFill>
                <a:latin typeface="Aptos" panose="020B0004020202020204" pitchFamily="34" charset="0"/>
                <a:cs typeface="Source Sans Pro"/>
              </a:rPr>
              <a:t> </a:t>
            </a:r>
            <a:endParaRPr lang="en-CA" sz="2400" b="1" i="1" noProof="0" dirty="0">
              <a:solidFill>
                <a:schemeClr val="accent1"/>
              </a:solidFill>
              <a:latin typeface="Aptos" panose="020B0004020202020204" pitchFamily="34" charset="0"/>
              <a:cs typeface="Source Sans Pro"/>
            </a:endParaRPr>
          </a:p>
        </p:txBody>
      </p:sp>
      <p:sp>
        <p:nvSpPr>
          <p:cNvPr id="40" name="object 3">
            <a:extLst>
              <a:ext uri="{FF2B5EF4-FFF2-40B4-BE49-F238E27FC236}">
                <a16:creationId xmlns:a16="http://schemas.microsoft.com/office/drawing/2014/main" id="{6106E696-0011-4126-B654-5B4BE0C6F2BB}"/>
              </a:ext>
            </a:extLst>
          </p:cNvPr>
          <p:cNvSpPr txBox="1"/>
          <p:nvPr/>
        </p:nvSpPr>
        <p:spPr>
          <a:xfrm>
            <a:off x="523080" y="2192001"/>
            <a:ext cx="9178279" cy="13045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9300"/>
              </a:lnSpc>
              <a:spcBef>
                <a:spcPts val="100"/>
              </a:spcBef>
            </a:pPr>
            <a:r>
              <a:rPr lang="en-CA" sz="2600" spc="-45" noProof="0" dirty="0">
                <a:latin typeface="Aptos" panose="020B0004020202020204" pitchFamily="34" charset="0"/>
                <a:cs typeface="Source Sans Pro"/>
              </a:rPr>
              <a:t>“</a:t>
            </a:r>
            <a:r>
              <a:rPr lang="en-CA" sz="2600" b="0" i="1" noProof="0" dirty="0">
                <a:effectLst/>
                <a:latin typeface="Aptos" panose="020B0004020202020204" pitchFamily="34" charset="0"/>
              </a:rPr>
              <a:t>The current dehydration of these fracture zones [from the hydrated mantle in subduction zones] coincides with the current locations of the highest rates of earthquakes</a:t>
            </a:r>
            <a:r>
              <a:rPr lang="en-CA" sz="2600" spc="-45" noProof="0" dirty="0">
                <a:latin typeface="Aptos" panose="020B0004020202020204" pitchFamily="34" charset="0"/>
                <a:cs typeface="Source Sans Pro"/>
              </a:rPr>
              <a:t>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5CCCE6-1F68-5738-F18E-3607D62FA8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2" t="15808" r="475" b="9792"/>
          <a:stretch/>
        </p:blipFill>
        <p:spPr>
          <a:xfrm>
            <a:off x="10416754" y="1801101"/>
            <a:ext cx="8174641" cy="8247323"/>
          </a:xfrm>
          <a:prstGeom prst="rect">
            <a:avLst/>
          </a:prstGeom>
          <a:ln w="28575">
            <a:solidFill>
              <a:srgbClr val="FF8200"/>
            </a:solidFill>
          </a:ln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F0FA9C5-E70F-B40A-276A-D61A196291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041969"/>
              </p:ext>
            </p:extLst>
          </p:nvPr>
        </p:nvGraphicFramePr>
        <p:xfrm>
          <a:off x="523080" y="6756584"/>
          <a:ext cx="8118358" cy="3291840"/>
        </p:xfrm>
        <a:graphic>
          <a:graphicData uri="http://schemas.openxmlformats.org/drawingml/2006/table">
            <a:tbl>
              <a:tblPr firstRow="1" bandRow="1">
                <a:solidFill>
                  <a:srgbClr val="FF8200"/>
                </a:solidFill>
                <a:tableStyleId>{21E4AEA4-8DFA-4A89-87EB-49C32662AFE0}</a:tableStyleId>
              </a:tblPr>
              <a:tblGrid>
                <a:gridCol w="2083977">
                  <a:extLst>
                    <a:ext uri="{9D8B030D-6E8A-4147-A177-3AD203B41FA5}">
                      <a16:colId xmlns:a16="http://schemas.microsoft.com/office/drawing/2014/main" val="2023899441"/>
                    </a:ext>
                  </a:extLst>
                </a:gridCol>
                <a:gridCol w="3408059">
                  <a:extLst>
                    <a:ext uri="{9D8B030D-6E8A-4147-A177-3AD203B41FA5}">
                      <a16:colId xmlns:a16="http://schemas.microsoft.com/office/drawing/2014/main" val="3341556230"/>
                    </a:ext>
                  </a:extLst>
                </a:gridCol>
                <a:gridCol w="2626322">
                  <a:extLst>
                    <a:ext uri="{9D8B030D-6E8A-4147-A177-3AD203B41FA5}">
                      <a16:colId xmlns:a16="http://schemas.microsoft.com/office/drawing/2014/main" val="809584708"/>
                    </a:ext>
                  </a:extLst>
                </a:gridCol>
              </a:tblGrid>
              <a:tr h="514286">
                <a:tc>
                  <a:txBody>
                    <a:bodyPr/>
                    <a:lstStyle/>
                    <a:p>
                      <a:pPr algn="ctr"/>
                      <a:r>
                        <a:rPr lang="en-CA" sz="3000" b="1" noProof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ptos" panose="020B0004020202020204" pitchFamily="34" charset="0"/>
                        </a:rPr>
                        <a:t>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3000" b="1" noProof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ptos" panose="020B0004020202020204" pitchFamily="34" charset="0"/>
                        </a:rPr>
                        <a:t>Frequency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3000" b="1" noProof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ptos" panose="020B0004020202020204" pitchFamily="34" charset="0"/>
                        </a:rPr>
                        <a:t>Distribution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999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CA" sz="2400" noProof="0" dirty="0">
                          <a:latin typeface="Aptos" panose="020B0004020202020204" pitchFamily="34" charset="0"/>
                        </a:rPr>
                        <a:t>January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noProof="0" dirty="0"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noProof="0" dirty="0">
                          <a:latin typeface="Aptos" panose="020B0004020202020204" pitchFamily="34" charset="0"/>
                        </a:rPr>
                        <a:t>mod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2065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CA" sz="2400" noProof="0" dirty="0">
                          <a:latin typeface="Aptos" panose="020B0004020202020204" pitchFamily="34" charset="0"/>
                        </a:rPr>
                        <a:t>February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noProof="0" dirty="0">
                          <a:latin typeface="Aptos" panose="020B0004020202020204" pitchFamily="34" charset="0"/>
                        </a:rPr>
                        <a:t>mod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noProof="0" dirty="0">
                          <a:latin typeface="Aptos" panose="020B0004020202020204" pitchFamily="34" charset="0"/>
                        </a:rPr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1385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CA" sz="2400" noProof="0" dirty="0">
                          <a:latin typeface="Aptos" panose="020B0004020202020204" pitchFamily="34" charset="0"/>
                        </a:rPr>
                        <a:t>April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noProof="0" dirty="0">
                          <a:latin typeface="Aptos" panose="020B0004020202020204" pitchFamily="34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noProof="0" dirty="0"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186783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CA" sz="2400" noProof="0" dirty="0">
                          <a:latin typeface="Aptos" panose="020B0004020202020204" pitchFamily="34" charset="0"/>
                        </a:rPr>
                        <a:t>June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noProof="0" dirty="0">
                          <a:latin typeface="Aptos" panose="020B0004020202020204" pitchFamily="34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noProof="0" dirty="0"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850271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CA" sz="2400" noProof="0" dirty="0">
                          <a:latin typeface="Aptos" panose="020B0004020202020204" pitchFamily="34" charset="0"/>
                        </a:rPr>
                        <a:t>July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noProof="0" dirty="0"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noProof="0" dirty="0">
                          <a:latin typeface="Aptos" panose="020B0004020202020204" pitchFamily="34" charset="0"/>
                        </a:rPr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529558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CA" sz="2400" noProof="0" dirty="0">
                          <a:latin typeface="Aptos" panose="020B0004020202020204" pitchFamily="34" charset="0"/>
                        </a:rPr>
                        <a:t>August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noProof="0" dirty="0"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noProof="0" dirty="0">
                          <a:latin typeface="Aptos" panose="020B0004020202020204" pitchFamily="34" charset="0"/>
                        </a:rPr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7740374"/>
                  </a:ext>
                </a:extLst>
              </a:tr>
            </a:tbl>
          </a:graphicData>
        </a:graphic>
      </p:graphicFrame>
      <p:sp>
        <p:nvSpPr>
          <p:cNvPr id="12" name="object 25">
            <a:extLst>
              <a:ext uri="{FF2B5EF4-FFF2-40B4-BE49-F238E27FC236}">
                <a16:creationId xmlns:a16="http://schemas.microsoft.com/office/drawing/2014/main" id="{D2F0FEAB-81BD-5C05-D5B8-045BC2EB5D4B}"/>
              </a:ext>
            </a:extLst>
          </p:cNvPr>
          <p:cNvSpPr/>
          <p:nvPr/>
        </p:nvSpPr>
        <p:spPr>
          <a:xfrm>
            <a:off x="-795" y="5415800"/>
            <a:ext cx="8857879" cy="1128012"/>
          </a:xfrm>
          <a:custGeom>
            <a:avLst/>
            <a:gdLst/>
            <a:ahLst/>
            <a:cxnLst/>
            <a:rect l="l" t="t" r="r" b="b"/>
            <a:pathLst>
              <a:path w="1955164" h="437514">
                <a:moveTo>
                  <a:pt x="1736031" y="0"/>
                </a:moveTo>
                <a:lnTo>
                  <a:pt x="0" y="0"/>
                </a:lnTo>
                <a:lnTo>
                  <a:pt x="0" y="437153"/>
                </a:lnTo>
                <a:lnTo>
                  <a:pt x="1736031" y="437153"/>
                </a:lnTo>
                <a:lnTo>
                  <a:pt x="1786148" y="431380"/>
                </a:lnTo>
                <a:lnTo>
                  <a:pt x="1832155" y="414936"/>
                </a:lnTo>
                <a:lnTo>
                  <a:pt x="1872739" y="389134"/>
                </a:lnTo>
                <a:lnTo>
                  <a:pt x="1906588" y="355285"/>
                </a:lnTo>
                <a:lnTo>
                  <a:pt x="1932391" y="314701"/>
                </a:lnTo>
                <a:lnTo>
                  <a:pt x="1948834" y="268694"/>
                </a:lnTo>
                <a:lnTo>
                  <a:pt x="1954607" y="218577"/>
                </a:lnTo>
                <a:lnTo>
                  <a:pt x="1948834" y="168459"/>
                </a:lnTo>
                <a:lnTo>
                  <a:pt x="1932391" y="122452"/>
                </a:lnTo>
                <a:lnTo>
                  <a:pt x="1906588" y="81868"/>
                </a:lnTo>
                <a:lnTo>
                  <a:pt x="1872739" y="48018"/>
                </a:lnTo>
                <a:lnTo>
                  <a:pt x="1832155" y="22216"/>
                </a:lnTo>
                <a:lnTo>
                  <a:pt x="1786148" y="5772"/>
                </a:lnTo>
                <a:lnTo>
                  <a:pt x="1736031" y="0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 lang="en-CA" noProof="0" dirty="0">
              <a:latin typeface="Aptos" panose="020B0004020202020204" pitchFamily="34" charset="0"/>
            </a:endParaRPr>
          </a:p>
        </p:txBody>
      </p:sp>
      <p:sp>
        <p:nvSpPr>
          <p:cNvPr id="13" name="object 26">
            <a:extLst>
              <a:ext uri="{FF2B5EF4-FFF2-40B4-BE49-F238E27FC236}">
                <a16:creationId xmlns:a16="http://schemas.microsoft.com/office/drawing/2014/main" id="{F7EC5C2F-1C6F-B935-2CEF-AEDBD67CD700}"/>
              </a:ext>
            </a:extLst>
          </p:cNvPr>
          <p:cNvSpPr txBox="1"/>
          <p:nvPr/>
        </p:nvSpPr>
        <p:spPr>
          <a:xfrm>
            <a:off x="665926" y="5534071"/>
            <a:ext cx="1085545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CA" sz="4800" spc="-30" noProof="0" dirty="0">
                <a:latin typeface="Aptos" panose="020B0004020202020204" pitchFamily="34" charset="0"/>
                <a:cs typeface="Source Sans Pro Light"/>
              </a:rPr>
              <a:t>Summary of BC EQs (2020, 3+)</a:t>
            </a:r>
            <a:endParaRPr lang="en-CA" sz="2800" noProof="0" dirty="0">
              <a:latin typeface="Aptos" panose="020B0004020202020204" pitchFamily="34" charset="0"/>
              <a:cs typeface="Source Sans Pro Ligh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5C041E-17F7-C175-4477-771BCD20D2E7}"/>
              </a:ext>
            </a:extLst>
          </p:cNvPr>
          <p:cNvSpPr/>
          <p:nvPr/>
        </p:nvSpPr>
        <p:spPr>
          <a:xfrm>
            <a:off x="10416754" y="259220"/>
            <a:ext cx="8177936" cy="1312821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400" dirty="0">
                <a:solidFill>
                  <a:schemeClr val="tx1"/>
                </a:solidFill>
                <a:latin typeface="Aptos" panose="020B0004020202020204" pitchFamily="34" charset="0"/>
              </a:rPr>
              <a:t>3+ Magnitude Earthquake Distribution </a:t>
            </a:r>
          </a:p>
          <a:p>
            <a:pPr algn="ctr"/>
            <a:r>
              <a:rPr lang="en-CA" sz="3400" dirty="0">
                <a:solidFill>
                  <a:schemeClr val="tx1"/>
                </a:solidFill>
                <a:latin typeface="Aptos" panose="020B0004020202020204" pitchFamily="34" charset="0"/>
              </a:rPr>
              <a:t>British Columbia, 2020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3671C6-83D9-3ADA-6A58-CAB027CEACEB}"/>
              </a:ext>
            </a:extLst>
          </p:cNvPr>
          <p:cNvSpPr txBox="1"/>
          <p:nvPr/>
        </p:nvSpPr>
        <p:spPr>
          <a:xfrm>
            <a:off x="10416754" y="10249514"/>
            <a:ext cx="8177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CA" dirty="0"/>
              <a:t>KPU GEOG 4380 </a:t>
            </a:r>
            <a:r>
              <a:rPr lang="en-CA" dirty="0" err="1"/>
              <a:t>GIScience</a:t>
            </a:r>
            <a:r>
              <a:rPr lang="en-CA" dirty="0"/>
              <a:t> </a:t>
            </a:r>
            <a:r>
              <a:rPr lang="en-CA" dirty="0">
                <a:latin typeface="Aptos" panose="020B0004020202020204" pitchFamily="34" charset="0"/>
              </a:rPr>
              <a:t>Lab</a:t>
            </a:r>
            <a:r>
              <a:rPr lang="en-CA" dirty="0"/>
              <a:t>, (Tegart, 2021) </a:t>
            </a:r>
          </a:p>
        </p:txBody>
      </p:sp>
    </p:spTree>
    <p:extLst>
      <p:ext uri="{BB962C8B-B14F-4D97-AF65-F5344CB8AC3E}">
        <p14:creationId xmlns:p14="http://schemas.microsoft.com/office/powerpoint/2010/main" val="2184774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5">
            <a:extLst>
              <a:ext uri="{FF2B5EF4-FFF2-40B4-BE49-F238E27FC236}">
                <a16:creationId xmlns:a16="http://schemas.microsoft.com/office/drawing/2014/main" id="{EBC2DEF2-5846-93D1-ECB0-9B79C232D140}"/>
              </a:ext>
            </a:extLst>
          </p:cNvPr>
          <p:cNvSpPr/>
          <p:nvPr/>
        </p:nvSpPr>
        <p:spPr>
          <a:xfrm>
            <a:off x="0" y="590566"/>
            <a:ext cx="13105556" cy="1128012"/>
          </a:xfrm>
          <a:custGeom>
            <a:avLst/>
            <a:gdLst/>
            <a:ahLst/>
            <a:cxnLst/>
            <a:rect l="l" t="t" r="r" b="b"/>
            <a:pathLst>
              <a:path w="1955164" h="437514">
                <a:moveTo>
                  <a:pt x="1736031" y="0"/>
                </a:moveTo>
                <a:lnTo>
                  <a:pt x="0" y="0"/>
                </a:lnTo>
                <a:lnTo>
                  <a:pt x="0" y="437153"/>
                </a:lnTo>
                <a:lnTo>
                  <a:pt x="1736031" y="437153"/>
                </a:lnTo>
                <a:lnTo>
                  <a:pt x="1786148" y="431380"/>
                </a:lnTo>
                <a:lnTo>
                  <a:pt x="1832155" y="414936"/>
                </a:lnTo>
                <a:lnTo>
                  <a:pt x="1872739" y="389134"/>
                </a:lnTo>
                <a:lnTo>
                  <a:pt x="1906588" y="355285"/>
                </a:lnTo>
                <a:lnTo>
                  <a:pt x="1932391" y="314701"/>
                </a:lnTo>
                <a:lnTo>
                  <a:pt x="1948834" y="268694"/>
                </a:lnTo>
                <a:lnTo>
                  <a:pt x="1954607" y="218577"/>
                </a:lnTo>
                <a:lnTo>
                  <a:pt x="1948834" y="168459"/>
                </a:lnTo>
                <a:lnTo>
                  <a:pt x="1932391" y="122452"/>
                </a:lnTo>
                <a:lnTo>
                  <a:pt x="1906588" y="81868"/>
                </a:lnTo>
                <a:lnTo>
                  <a:pt x="1872739" y="48018"/>
                </a:lnTo>
                <a:lnTo>
                  <a:pt x="1832155" y="22216"/>
                </a:lnTo>
                <a:lnTo>
                  <a:pt x="1786148" y="5772"/>
                </a:lnTo>
                <a:lnTo>
                  <a:pt x="1736031" y="0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 lang="en-CA" noProof="0" dirty="0">
              <a:latin typeface="Aptos" panose="020B0004020202020204" pitchFamily="34" charset="0"/>
            </a:endParaRPr>
          </a:p>
        </p:txBody>
      </p:sp>
      <p:sp>
        <p:nvSpPr>
          <p:cNvPr id="7" name="object 26">
            <a:extLst>
              <a:ext uri="{FF2B5EF4-FFF2-40B4-BE49-F238E27FC236}">
                <a16:creationId xmlns:a16="http://schemas.microsoft.com/office/drawing/2014/main" id="{6099D0E6-9612-9CDF-74C2-F5C45D9452AA}"/>
              </a:ext>
            </a:extLst>
          </p:cNvPr>
          <p:cNvSpPr txBox="1"/>
          <p:nvPr/>
        </p:nvSpPr>
        <p:spPr>
          <a:xfrm>
            <a:off x="642410" y="4091156"/>
            <a:ext cx="1085545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CA" sz="4800" spc="-30" noProof="0" dirty="0">
                <a:latin typeface="Aptos" panose="020B0004020202020204" pitchFamily="34" charset="0"/>
                <a:cs typeface="Source Sans Pro Light"/>
              </a:rPr>
              <a:t>Summary of BC EQs (2020, 3+)</a:t>
            </a:r>
            <a:endParaRPr lang="en-CA" sz="2800" noProof="0" dirty="0">
              <a:latin typeface="Aptos" panose="020B0004020202020204" pitchFamily="34" charset="0"/>
              <a:cs typeface="Source Sans Pro Light"/>
            </a:endParaRPr>
          </a:p>
        </p:txBody>
      </p:sp>
      <p:sp>
        <p:nvSpPr>
          <p:cNvPr id="8" name="object 26">
            <a:extLst>
              <a:ext uri="{FF2B5EF4-FFF2-40B4-BE49-F238E27FC236}">
                <a16:creationId xmlns:a16="http://schemas.microsoft.com/office/drawing/2014/main" id="{8BF73E0D-0450-13CA-B479-61621B1F09E2}"/>
              </a:ext>
            </a:extLst>
          </p:cNvPr>
          <p:cNvSpPr txBox="1"/>
          <p:nvPr/>
        </p:nvSpPr>
        <p:spPr>
          <a:xfrm>
            <a:off x="553497" y="738188"/>
            <a:ext cx="1085545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CA" sz="4800" spc="-30" noProof="0" dirty="0">
                <a:latin typeface="Aptos" panose="020B0004020202020204" pitchFamily="34" charset="0"/>
                <a:cs typeface="Source Sans Pro Light"/>
              </a:rPr>
              <a:t>Earthquake Data Summary </a:t>
            </a:r>
            <a:endParaRPr lang="en-CA" sz="2800" noProof="0" dirty="0">
              <a:latin typeface="Aptos" panose="020B0004020202020204" pitchFamily="34" charset="0"/>
              <a:cs typeface="Source Sans Pro Light"/>
            </a:endParaRPr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F5130190-FEFE-DEEB-EA33-40BD111637E1}"/>
              </a:ext>
            </a:extLst>
          </p:cNvPr>
          <p:cNvSpPr txBox="1"/>
          <p:nvPr/>
        </p:nvSpPr>
        <p:spPr>
          <a:xfrm>
            <a:off x="642410" y="8415953"/>
            <a:ext cx="10353865" cy="1669688"/>
          </a:xfrm>
          <a:prstGeom prst="rect">
            <a:avLst/>
          </a:prstGeom>
          <a:noFill/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09300"/>
              </a:lnSpc>
            </a:pPr>
            <a:r>
              <a:rPr lang="en-CA" sz="2000" u="sng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Natural Resources of Canada Earthquake Database</a:t>
            </a:r>
            <a:endParaRPr lang="en-CA" sz="2000" b="1" u="sng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/>
            </a:endParaRPr>
          </a:p>
          <a:p>
            <a:pPr marL="12700" marR="5080">
              <a:lnSpc>
                <a:spcPct val="109300"/>
              </a:lnSpc>
            </a:pPr>
            <a:r>
              <a:rPr lang="en-CA" sz="2000" b="1" noProof="0" dirty="0">
                <a:latin typeface="Aptos" panose="020B0004020202020204" pitchFamily="34" charset="0"/>
                <a:cs typeface="Times New Roman"/>
              </a:rPr>
              <a:t>Years</a:t>
            </a:r>
            <a:r>
              <a:rPr lang="en-CA" sz="2000" dirty="0">
                <a:latin typeface="Aptos" panose="020B0004020202020204" pitchFamily="34" charset="0"/>
                <a:cs typeface="Times New Roman"/>
              </a:rPr>
              <a:t>: </a:t>
            </a:r>
            <a:r>
              <a:rPr lang="en-CA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2013-01-01 00:00:00 to 2023-12-31 23:59:59 (UTC)</a:t>
            </a:r>
            <a:endParaRPr lang="en-CA" sz="2000" b="1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/>
            </a:endParaRPr>
          </a:p>
          <a:p>
            <a:pPr marL="12700" marR="5080">
              <a:lnSpc>
                <a:spcPct val="109300"/>
              </a:lnSpc>
            </a:pPr>
            <a:r>
              <a:rPr lang="en-CA" sz="2000" b="1" dirty="0">
                <a:latin typeface="Aptos" panose="020B0004020202020204" pitchFamily="34" charset="0"/>
                <a:cs typeface="Times New Roman"/>
              </a:rPr>
              <a:t>Region</a:t>
            </a:r>
            <a:r>
              <a:rPr lang="en-CA" sz="2000" dirty="0">
                <a:latin typeface="Aptos" panose="020B0004020202020204" pitchFamily="34" charset="0"/>
                <a:cs typeface="Times New Roman"/>
              </a:rPr>
              <a:t>: </a:t>
            </a:r>
            <a:r>
              <a:rPr lang="en-CA" sz="2000" b="1" dirty="0">
                <a:latin typeface="Aptos" panose="020B0004020202020204" pitchFamily="34" charset="0"/>
                <a:cs typeface="Times New Roman"/>
              </a:rPr>
              <a:t>Latitude</a:t>
            </a:r>
            <a:r>
              <a:rPr lang="en-CA" sz="2000" dirty="0">
                <a:latin typeface="Aptos" panose="020B0004020202020204" pitchFamily="34" charset="0"/>
                <a:cs typeface="Times New Roman"/>
              </a:rPr>
              <a:t>: (min) 47; (max) 62 </a:t>
            </a:r>
            <a:r>
              <a:rPr lang="en-CA" sz="2000" b="1" dirty="0">
                <a:latin typeface="Aptos" panose="020B0004020202020204" pitchFamily="34" charset="0"/>
                <a:cs typeface="Times New Roman"/>
              </a:rPr>
              <a:t>Longitude</a:t>
            </a:r>
            <a:r>
              <a:rPr lang="en-CA" sz="2000" dirty="0">
                <a:latin typeface="Aptos" panose="020B0004020202020204" pitchFamily="34" charset="0"/>
                <a:cs typeface="Times New Roman"/>
              </a:rPr>
              <a:t>:</a:t>
            </a:r>
            <a:r>
              <a:rPr lang="en-CA" sz="2000" b="1" dirty="0">
                <a:latin typeface="Aptos" panose="020B0004020202020204" pitchFamily="34" charset="0"/>
                <a:cs typeface="Times New Roman"/>
              </a:rPr>
              <a:t> </a:t>
            </a:r>
            <a:r>
              <a:rPr lang="en-CA" sz="2000" dirty="0">
                <a:latin typeface="Aptos" panose="020B0004020202020204" pitchFamily="34" charset="0"/>
                <a:cs typeface="Times New Roman"/>
              </a:rPr>
              <a:t>(min) -143; (max) -118</a:t>
            </a:r>
          </a:p>
          <a:p>
            <a:pPr marL="12700" marR="5080">
              <a:lnSpc>
                <a:spcPct val="109300"/>
              </a:lnSpc>
            </a:pPr>
            <a:r>
              <a:rPr lang="en-CA" sz="2000" b="1" noProof="0" dirty="0">
                <a:latin typeface="Aptos" panose="020B0004020202020204" pitchFamily="34" charset="0"/>
                <a:cs typeface="Times New Roman"/>
              </a:rPr>
              <a:t>Magnitude</a:t>
            </a:r>
            <a:r>
              <a:rPr lang="en-CA" sz="2000" dirty="0">
                <a:latin typeface="Aptos" panose="020B0004020202020204" pitchFamily="34" charset="0"/>
                <a:cs typeface="Times New Roman"/>
              </a:rPr>
              <a:t>: 3 to 10 </a:t>
            </a:r>
            <a:endParaRPr lang="en-CA" sz="2000" b="1" dirty="0">
              <a:latin typeface="Aptos" panose="020B0004020202020204" pitchFamily="34" charset="0"/>
              <a:cs typeface="Times New Roman"/>
            </a:endParaRPr>
          </a:p>
          <a:p>
            <a:pPr marL="12700" marR="5080">
              <a:lnSpc>
                <a:spcPct val="109300"/>
              </a:lnSpc>
            </a:pPr>
            <a:r>
              <a:rPr lang="en-CA" sz="2000" b="1" dirty="0">
                <a:latin typeface="Aptos" panose="020B0004020202020204" pitchFamily="34" charset="0"/>
                <a:cs typeface="Times New Roman"/>
              </a:rPr>
              <a:t>Depth</a:t>
            </a:r>
            <a:r>
              <a:rPr lang="en-CA" sz="2000" dirty="0">
                <a:latin typeface="Aptos" panose="020B0004020202020204" pitchFamily="34" charset="0"/>
                <a:cs typeface="Times New Roman"/>
              </a:rPr>
              <a:t>: 0 to 100km </a:t>
            </a:r>
            <a:endParaRPr lang="en-CA" sz="2000" noProof="0" dirty="0">
              <a:latin typeface="Aptos" panose="020B0004020202020204" pitchFamily="34" charset="0"/>
              <a:cs typeface="Times New Roman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D4EABCB-1AB5-3ECA-CD89-1542CDFC514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l="8465"/>
          <a:stretch/>
        </p:blipFill>
        <p:spPr>
          <a:xfrm>
            <a:off x="9936543" y="1996069"/>
            <a:ext cx="9073770" cy="7959143"/>
          </a:xfrm>
          <a:prstGeom prst="rect">
            <a:avLst/>
          </a:prstGeom>
        </p:spPr>
      </p:pic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3DD3E77-B9CC-8685-0123-1B02B0DA1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967666"/>
              </p:ext>
            </p:extLst>
          </p:nvPr>
        </p:nvGraphicFramePr>
        <p:xfrm>
          <a:off x="453228" y="2710180"/>
          <a:ext cx="9042116" cy="527304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592288">
                  <a:extLst>
                    <a:ext uri="{9D8B030D-6E8A-4147-A177-3AD203B41FA5}">
                      <a16:colId xmlns:a16="http://schemas.microsoft.com/office/drawing/2014/main" val="1615669740"/>
                    </a:ext>
                  </a:extLst>
                </a:gridCol>
                <a:gridCol w="3353484">
                  <a:extLst>
                    <a:ext uri="{9D8B030D-6E8A-4147-A177-3AD203B41FA5}">
                      <a16:colId xmlns:a16="http://schemas.microsoft.com/office/drawing/2014/main" val="2144443357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41083341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CA" sz="2200" b="0" dirty="0">
                        <a:latin typeface="Aptos" panose="020B00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257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3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Mean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257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3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Range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8914786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CA" sz="3000" b="0" dirty="0">
                          <a:latin typeface="Aptos" panose="020B0004020202020204" pitchFamily="34" charset="0"/>
                        </a:rPr>
                        <a:t>Magnitude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200" b="0" dirty="0">
                          <a:latin typeface="Aptos" panose="020B0004020202020204" pitchFamily="34" charset="0"/>
                        </a:rPr>
                        <a:t>3.4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200" b="0" dirty="0">
                          <a:latin typeface="Aptos" panose="020B0004020202020204" pitchFamily="34" charset="0"/>
                        </a:rPr>
                        <a:t>*lowest max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2941613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4257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200" b="0" noProof="0" dirty="0">
                          <a:solidFill>
                            <a:srgbClr val="FF0000"/>
                          </a:solidFill>
                          <a:latin typeface="Aptos" panose="020B0004020202020204" pitchFamily="34" charset="0"/>
                        </a:rPr>
                        <a:t>min: 3.3 (Jun)/3.4 (Aug)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257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200" b="0" noProof="0" dirty="0">
                          <a:solidFill>
                            <a:srgbClr val="FF0000"/>
                          </a:solidFill>
                          <a:latin typeface="Aptos" panose="020B0004020202020204" pitchFamily="34" charset="0"/>
                        </a:rPr>
                        <a:t>min: 5.3* (Feb/Aug)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64178709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CA" sz="2200" b="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4257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200" b="0" noProof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ptos" panose="020B0004020202020204" pitchFamily="34" charset="0"/>
                        </a:rPr>
                        <a:t>max: 3.5 (Dec)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257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200" b="0" noProof="0" dirty="0">
                          <a:latin typeface="Aptos" panose="020B0004020202020204" pitchFamily="34" charset="0"/>
                        </a:rPr>
                        <a:t>max: 6.5 (Apr/Oct)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9872536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CA" sz="3000" b="0" dirty="0">
                          <a:latin typeface="Aptos" panose="020B0004020202020204" pitchFamily="34" charset="0"/>
                        </a:rPr>
                        <a:t>Depth (km)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200" b="0" dirty="0">
                          <a:latin typeface="Aptos" panose="020B0004020202020204" pitchFamily="34" charset="0"/>
                        </a:rPr>
                        <a:t>9.60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2200" b="0" dirty="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8976947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CA" sz="2200" b="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4257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200" b="0" kern="12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min: 7.76 (Aug)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257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200" b="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min: 0 (all)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668372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CA" sz="2200" b="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4257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200" b="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max: 10.37 (Dec)</a:t>
                      </a:r>
                      <a:endParaRPr lang="en-CA" sz="2200" b="0" noProof="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257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200" b="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max: 67.23 (Nov) </a:t>
                      </a:r>
                      <a:endParaRPr lang="en-CA" sz="2200" b="0" noProof="0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9442254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CA" sz="3000" b="0" dirty="0">
                          <a:latin typeface="Aptos" panose="020B0004020202020204" pitchFamily="34" charset="0"/>
                        </a:rPr>
                        <a:t>Frequency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257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200" b="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38.82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2200" b="0" dirty="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1060257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CA" sz="2200" b="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200" b="0" kern="12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min: 21.8 (Aug)</a:t>
                      </a:r>
                      <a:endParaRPr lang="en-CA" sz="2200" b="0" noProof="0" dirty="0">
                        <a:solidFill>
                          <a:srgbClr val="FF0000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257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200" b="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min: 2 (Jun)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069553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200" b="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max: 46.8 (Dec)</a:t>
                      </a:r>
                      <a:endParaRPr lang="en-CA" sz="2200" b="0" noProof="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257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200" b="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max: 160 (Dec)</a:t>
                      </a:r>
                      <a:endParaRPr lang="en-CA" sz="2200" b="0" noProof="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3854152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CA" sz="3000" b="0" dirty="0">
                          <a:latin typeface="Aptos" panose="020B0004020202020204" pitchFamily="34" charset="0"/>
                        </a:rPr>
                        <a:t>Distribution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4257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200" b="0" noProof="0" dirty="0">
                          <a:solidFill>
                            <a:srgbClr val="FF0000"/>
                          </a:solidFill>
                          <a:latin typeface="Aptos" panose="020B0004020202020204" pitchFamily="34" charset="0"/>
                        </a:rPr>
                        <a:t>high (Northward, Jul/Aug)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CA" sz="2200" b="0" dirty="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496470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CA" sz="2200" b="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CA" sz="2200" b="0" noProof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ptos" panose="020B0004020202020204" pitchFamily="34" charset="0"/>
                        </a:rPr>
                        <a:t>low (Dec)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CA" sz="2200" b="0" dirty="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69876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6421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0">
            <a:extLst>
              <a:ext uri="{FF2B5EF4-FFF2-40B4-BE49-F238E27FC236}">
                <a16:creationId xmlns:a16="http://schemas.microsoft.com/office/drawing/2014/main" id="{18BD0752-E20A-47C9-AEC0-CA962932B9E1}"/>
              </a:ext>
            </a:extLst>
          </p:cNvPr>
          <p:cNvSpPr txBox="1"/>
          <p:nvPr/>
        </p:nvSpPr>
        <p:spPr>
          <a:xfrm>
            <a:off x="12207397" y="9419045"/>
            <a:ext cx="6552729" cy="954107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algn="r">
              <a:lnSpc>
                <a:spcPct val="100000"/>
              </a:lnSpc>
              <a:spcBef>
                <a:spcPts val="100"/>
              </a:spcBef>
            </a:pPr>
            <a:r>
              <a:rPr lang="en-CA" sz="2000" spc="-5" noProof="0" dirty="0">
                <a:solidFill>
                  <a:srgbClr val="221F1F"/>
                </a:solidFill>
                <a:latin typeface="Aptos" panose="020B0004020202020204" pitchFamily="34" charset="0"/>
              </a:rPr>
              <a:t>Frequency of Earthquakes in </a:t>
            </a:r>
          </a:p>
          <a:p>
            <a:pPr marL="12700" marR="5080" algn="r">
              <a:lnSpc>
                <a:spcPct val="100000"/>
              </a:lnSpc>
              <a:spcBef>
                <a:spcPts val="100"/>
              </a:spcBef>
            </a:pPr>
            <a:r>
              <a:rPr lang="en-CA" sz="2000" spc="-5" noProof="0" dirty="0">
                <a:solidFill>
                  <a:srgbClr val="221F1F"/>
                </a:solidFill>
                <a:latin typeface="Aptos" panose="020B0004020202020204" pitchFamily="34" charset="0"/>
              </a:rPr>
              <a:t>Coastal British Columbia (2014-2023), </a:t>
            </a:r>
          </a:p>
          <a:p>
            <a:pPr marL="12700" marR="5080" algn="r">
              <a:lnSpc>
                <a:spcPct val="100000"/>
              </a:lnSpc>
              <a:spcBef>
                <a:spcPts val="100"/>
              </a:spcBef>
            </a:pPr>
            <a:r>
              <a:rPr lang="en-CA" sz="2000" spc="-5" noProof="0" dirty="0">
                <a:solidFill>
                  <a:srgbClr val="221F1F"/>
                </a:solidFill>
                <a:latin typeface="Aptos" panose="020B0004020202020204" pitchFamily="34" charset="0"/>
              </a:rPr>
              <a:t>Tegart, Ashley (2024)</a:t>
            </a:r>
            <a:r>
              <a:rPr lang="en-CA" sz="2000" spc="-5" noProof="0" dirty="0">
                <a:solidFill>
                  <a:srgbClr val="221F1F"/>
                </a:solidFill>
              </a:rPr>
              <a:t>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496DD89-272B-B4E0-C189-1C15F27A83F6}"/>
              </a:ext>
            </a:extLst>
          </p:cNvPr>
          <p:cNvGrpSpPr/>
          <p:nvPr/>
        </p:nvGrpSpPr>
        <p:grpSpPr>
          <a:xfrm>
            <a:off x="0" y="546100"/>
            <a:ext cx="11791157" cy="1143000"/>
            <a:chOff x="564554" y="8642689"/>
            <a:chExt cx="3496471" cy="439424"/>
          </a:xfrm>
          <a:solidFill>
            <a:srgbClr val="FFA100"/>
          </a:solidFill>
        </p:grpSpPr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12233250-E152-9D7F-0430-6D5151DE10EC}"/>
                </a:ext>
              </a:extLst>
            </p:cNvPr>
            <p:cNvSpPr/>
            <p:nvPr/>
          </p:nvSpPr>
          <p:spPr>
            <a:xfrm>
              <a:off x="564554" y="8642693"/>
              <a:ext cx="3280372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lang="en-CA" noProof="0" dirty="0"/>
            </a:p>
          </p:txBody>
        </p:sp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A60B54EC-1B79-441E-A46B-2498AF485448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lang="en-CA" noProof="0" dirty="0"/>
            </a:p>
          </p:txBody>
        </p:sp>
      </p:grpSp>
      <p:sp>
        <p:nvSpPr>
          <p:cNvPr id="8" name="object 26">
            <a:extLst>
              <a:ext uri="{FF2B5EF4-FFF2-40B4-BE49-F238E27FC236}">
                <a16:creationId xmlns:a16="http://schemas.microsoft.com/office/drawing/2014/main" id="{D44E140F-8AF7-DB8A-6CE9-3E21CA81547A}"/>
              </a:ext>
            </a:extLst>
          </p:cNvPr>
          <p:cNvSpPr txBox="1"/>
          <p:nvPr/>
        </p:nvSpPr>
        <p:spPr>
          <a:xfrm>
            <a:off x="935703" y="706780"/>
            <a:ext cx="1085545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CA" sz="4800" spc="-30" noProof="0" dirty="0">
                <a:solidFill>
                  <a:srgbClr val="FFFFFF"/>
                </a:solidFill>
                <a:latin typeface="Aptos" panose="020B0004020202020204" pitchFamily="34" charset="0"/>
                <a:cs typeface="Source Sans Pro Light"/>
              </a:rPr>
              <a:t>Earthquake Frequency</a:t>
            </a:r>
            <a:endParaRPr lang="en-CA" sz="2800" noProof="0" dirty="0">
              <a:latin typeface="Aptos" panose="020B0004020202020204" pitchFamily="34" charset="0"/>
              <a:cs typeface="Source Sans Pro Light"/>
            </a:endParaRPr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515904A5-588F-56F6-3483-BD060D66793A}"/>
              </a:ext>
            </a:extLst>
          </p:cNvPr>
          <p:cNvSpPr txBox="1"/>
          <p:nvPr/>
        </p:nvSpPr>
        <p:spPr>
          <a:xfrm>
            <a:off x="14329652" y="2005097"/>
            <a:ext cx="4430474" cy="3452227"/>
          </a:xfrm>
          <a:prstGeom prst="rect">
            <a:avLst/>
          </a:prstGeom>
          <a:noFill/>
        </p:spPr>
        <p:txBody>
          <a:bodyPr vert="horz" wrap="square" lIns="0" tIns="5080" rIns="0" bIns="0" rtlCol="0">
            <a:spAutoFit/>
          </a:bodyPr>
          <a:lstStyle/>
          <a:p>
            <a:pPr marL="12700" marR="142875" algn="ctr">
              <a:lnSpc>
                <a:spcPct val="100000"/>
              </a:lnSpc>
            </a:pPr>
            <a:r>
              <a:rPr lang="en-CA" sz="3200" u="sng" noProof="0" dirty="0">
                <a:latin typeface="Aptos" panose="020B0004020202020204" pitchFamily="34" charset="0"/>
                <a:cs typeface="Times New Roman"/>
              </a:rPr>
              <a:t>Peak</a:t>
            </a:r>
            <a:endParaRPr lang="en-CA" sz="3200" noProof="0" dirty="0">
              <a:latin typeface="Aptos" panose="020B0004020202020204" pitchFamily="34" charset="0"/>
              <a:cs typeface="Times New Roman"/>
            </a:endParaRPr>
          </a:p>
          <a:p>
            <a:pPr marL="12700" marR="142875" algn="ctr">
              <a:lnSpc>
                <a:spcPct val="100000"/>
              </a:lnSpc>
            </a:pPr>
            <a:r>
              <a:rPr lang="en-CA" sz="3200" noProof="0" dirty="0">
                <a:latin typeface="Aptos" panose="020B0004020202020204" pitchFamily="34" charset="0"/>
                <a:cs typeface="Times New Roman"/>
              </a:rPr>
              <a:t>January + December </a:t>
            </a:r>
          </a:p>
          <a:p>
            <a:pPr marL="12700" marR="142875" algn="ctr">
              <a:lnSpc>
                <a:spcPct val="100000"/>
              </a:lnSpc>
            </a:pPr>
            <a:r>
              <a:rPr lang="en-CA" sz="3200" dirty="0">
                <a:latin typeface="Aptos" panose="020B0004020202020204" pitchFamily="34" charset="0"/>
                <a:cs typeface="Times New Roman"/>
              </a:rPr>
              <a:t>~21.2%</a:t>
            </a:r>
          </a:p>
          <a:p>
            <a:pPr marL="12700" marR="142875" algn="ctr">
              <a:lnSpc>
                <a:spcPct val="100000"/>
              </a:lnSpc>
            </a:pPr>
            <a:r>
              <a:rPr lang="en-CA" sz="3200" dirty="0">
                <a:latin typeface="Aptos" panose="020B0004020202020204" pitchFamily="34" charset="0"/>
                <a:cs typeface="Times New Roman"/>
              </a:rPr>
              <a:t> </a:t>
            </a:r>
          </a:p>
          <a:p>
            <a:pPr marL="12700" marR="142875" algn="ctr">
              <a:lnSpc>
                <a:spcPct val="100000"/>
              </a:lnSpc>
            </a:pPr>
            <a:r>
              <a:rPr lang="en-CA" sz="3200" u="sng" dirty="0">
                <a:latin typeface="Aptos" panose="020B0004020202020204" pitchFamily="34" charset="0"/>
                <a:cs typeface="Times New Roman"/>
              </a:rPr>
              <a:t>Downward Trend</a:t>
            </a:r>
            <a:r>
              <a:rPr lang="en-CA" sz="3200" dirty="0">
                <a:latin typeface="Aptos" panose="020B0004020202020204" pitchFamily="34" charset="0"/>
                <a:cs typeface="Times New Roman"/>
              </a:rPr>
              <a:t> </a:t>
            </a:r>
          </a:p>
          <a:p>
            <a:pPr marL="12700" marR="142875" algn="ctr">
              <a:lnSpc>
                <a:spcPct val="100000"/>
              </a:lnSpc>
            </a:pPr>
            <a:r>
              <a:rPr lang="en-CA" sz="3200" dirty="0">
                <a:latin typeface="Aptos" panose="020B0004020202020204" pitchFamily="34" charset="0"/>
                <a:cs typeface="Times New Roman"/>
              </a:rPr>
              <a:t>June to August </a:t>
            </a:r>
          </a:p>
          <a:p>
            <a:pPr marL="12700" marR="142875" algn="ctr">
              <a:lnSpc>
                <a:spcPct val="100000"/>
              </a:lnSpc>
            </a:pPr>
            <a:r>
              <a:rPr lang="en-CA" sz="3200" dirty="0">
                <a:latin typeface="Aptos" panose="020B0004020202020204" pitchFamily="34" charset="0"/>
                <a:cs typeface="Times New Roman"/>
              </a:rPr>
              <a:t>~18.1% 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A3841088-4518-56FB-AFFD-111461B4074A}"/>
              </a:ext>
            </a:extLst>
          </p:cNvPr>
          <p:cNvSpPr txBox="1"/>
          <p:nvPr/>
        </p:nvSpPr>
        <p:spPr>
          <a:xfrm>
            <a:off x="4356524" y="9995481"/>
            <a:ext cx="4284536" cy="436017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CA" sz="2800" spc="-5" dirty="0">
                <a:solidFill>
                  <a:srgbClr val="221F1F"/>
                </a:solidFill>
                <a:latin typeface="Aptos" panose="020B0004020202020204" pitchFamily="34" charset="0"/>
              </a:rPr>
              <a:t>Consistent low frequency </a:t>
            </a:r>
            <a:r>
              <a:rPr lang="en-CA" sz="2800" spc="-5" noProof="0" dirty="0">
                <a:solidFill>
                  <a:srgbClr val="221F1F"/>
                </a:solidFill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E3AE9F53-FB70-432D-C6E2-94E92B584513}"/>
              </a:ext>
            </a:extLst>
          </p:cNvPr>
          <p:cNvSpPr/>
          <p:nvPr/>
        </p:nvSpPr>
        <p:spPr>
          <a:xfrm>
            <a:off x="8677124" y="9837818"/>
            <a:ext cx="540000" cy="72000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000"/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BE79CA67-8E19-FD5C-EEC0-F7B122A440A2}"/>
              </a:ext>
            </a:extLst>
          </p:cNvPr>
          <p:cNvSpPr/>
          <p:nvPr/>
        </p:nvSpPr>
        <p:spPr>
          <a:xfrm rot="16200000">
            <a:off x="14059652" y="6864666"/>
            <a:ext cx="540000" cy="72000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25F7C267-637B-7BDF-61B8-1C3B7EAE348A}"/>
              </a:ext>
            </a:extLst>
          </p:cNvPr>
          <p:cNvSpPr txBox="1"/>
          <p:nvPr/>
        </p:nvSpPr>
        <p:spPr>
          <a:xfrm>
            <a:off x="14976434" y="6830411"/>
            <a:ext cx="2521610" cy="86690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lang="en-CA" sz="2800" spc="-5" dirty="0">
                <a:solidFill>
                  <a:srgbClr val="221F1F"/>
                </a:solidFill>
                <a:latin typeface="Aptos" panose="020B0004020202020204" pitchFamily="34" charset="0"/>
              </a:rPr>
              <a:t>Consistently inconsistent </a:t>
            </a:r>
            <a:endParaRPr lang="en-CA" sz="2800" spc="-5" noProof="0" dirty="0">
              <a:solidFill>
                <a:srgbClr val="221F1F"/>
              </a:solidFill>
              <a:latin typeface="Aptos" panose="020B0004020202020204" pitchFamily="34" charset="0"/>
            </a:endParaRPr>
          </a:p>
        </p:txBody>
      </p:sp>
      <p:pic>
        <p:nvPicPr>
          <p:cNvPr id="15" name="Picture 14" descr="A graph of different colored squares&#10;&#10;Description automatically generated">
            <a:extLst>
              <a:ext uri="{FF2B5EF4-FFF2-40B4-BE49-F238E27FC236}">
                <a16:creationId xmlns:a16="http://schemas.microsoft.com/office/drawing/2014/main" id="{D1D9BE11-DC3C-F82F-6A3E-A978EF6069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130" y="1846754"/>
            <a:ext cx="13440281" cy="7840164"/>
          </a:xfrm>
          <a:prstGeom prst="rect">
            <a:avLst/>
          </a:prstGeom>
          <a:ln w="12700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2336047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403BD-2AF5-B934-3B26-2BA9B36A0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map of the earth with colored circles&#10;&#10;Description automatically generated">
            <a:extLst>
              <a:ext uri="{FF2B5EF4-FFF2-40B4-BE49-F238E27FC236}">
                <a16:creationId xmlns:a16="http://schemas.microsoft.com/office/drawing/2014/main" id="{BB7627CB-0B86-2AF6-ED2F-9DD497EF9C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6" t="5772" r="5810"/>
          <a:stretch/>
        </p:blipFill>
        <p:spPr>
          <a:xfrm>
            <a:off x="192002" y="1633736"/>
            <a:ext cx="13849658" cy="8870311"/>
          </a:xfrm>
          <a:prstGeom prst="rect">
            <a:avLst/>
          </a:prstGeom>
          <a:ln>
            <a:solidFill>
              <a:srgbClr val="0070C0"/>
            </a:solidFill>
          </a:ln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70660306-AC72-69C9-5A10-4FA0FEE00D16}"/>
              </a:ext>
            </a:extLst>
          </p:cNvPr>
          <p:cNvGrpSpPr/>
          <p:nvPr/>
        </p:nvGrpSpPr>
        <p:grpSpPr>
          <a:xfrm>
            <a:off x="0" y="306140"/>
            <a:ext cx="13825636" cy="1143000"/>
            <a:chOff x="564554" y="8642689"/>
            <a:chExt cx="3496471" cy="439424"/>
          </a:xfrm>
          <a:solidFill>
            <a:srgbClr val="FFA100"/>
          </a:solidFill>
        </p:grpSpPr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B1B1E32B-AB3C-5C0A-0A3C-1461CEFF63B4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lang="en-CA" noProof="0" dirty="0"/>
            </a:p>
          </p:txBody>
        </p:sp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466703E2-9BB2-E32B-7A53-FAD51A214F89}"/>
                </a:ext>
              </a:extLst>
            </p:cNvPr>
            <p:cNvSpPr/>
            <p:nvPr/>
          </p:nvSpPr>
          <p:spPr>
            <a:xfrm>
              <a:off x="564554" y="8642693"/>
              <a:ext cx="3280372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lang="en-CA" noProof="0" dirty="0"/>
            </a:p>
          </p:txBody>
        </p:sp>
      </p:grpSp>
      <p:sp>
        <p:nvSpPr>
          <p:cNvPr id="4" name="object 26">
            <a:extLst>
              <a:ext uri="{FF2B5EF4-FFF2-40B4-BE49-F238E27FC236}">
                <a16:creationId xmlns:a16="http://schemas.microsoft.com/office/drawing/2014/main" id="{DB0AA18D-C547-2DDF-D76C-E17549359652}"/>
              </a:ext>
            </a:extLst>
          </p:cNvPr>
          <p:cNvSpPr txBox="1"/>
          <p:nvPr/>
        </p:nvSpPr>
        <p:spPr>
          <a:xfrm>
            <a:off x="343628" y="490756"/>
            <a:ext cx="15858272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CA" sz="4800" spc="-30" noProof="0" dirty="0">
                <a:solidFill>
                  <a:srgbClr val="FFFFFF"/>
                </a:solidFill>
                <a:latin typeface="Aptos" panose="020B0004020202020204" pitchFamily="34" charset="0"/>
                <a:cs typeface="Source Sans Pro Light"/>
              </a:rPr>
              <a:t>Geographic </a:t>
            </a:r>
            <a:r>
              <a:rPr lang="en-CA" sz="4800" spc="-30" dirty="0">
                <a:solidFill>
                  <a:srgbClr val="FFFFFF"/>
                </a:solidFill>
                <a:latin typeface="Aptos" panose="020B0004020202020204" pitchFamily="34" charset="0"/>
                <a:cs typeface="Source Sans Pro Light"/>
              </a:rPr>
              <a:t>Distribution, 2014-2023</a:t>
            </a:r>
            <a:endParaRPr lang="en-CA" sz="2800" noProof="0" dirty="0">
              <a:latin typeface="Aptos" panose="020B0004020202020204" pitchFamily="34" charset="0"/>
              <a:cs typeface="Source Sans Pro Light"/>
            </a:endParaRPr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929FEFC4-8D03-F875-A998-D9BF6BF43269}"/>
              </a:ext>
            </a:extLst>
          </p:cNvPr>
          <p:cNvSpPr txBox="1"/>
          <p:nvPr/>
        </p:nvSpPr>
        <p:spPr>
          <a:xfrm>
            <a:off x="12265582" y="9549940"/>
            <a:ext cx="6552729" cy="954107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algn="r">
              <a:lnSpc>
                <a:spcPct val="100000"/>
              </a:lnSpc>
              <a:spcBef>
                <a:spcPts val="100"/>
              </a:spcBef>
            </a:pPr>
            <a:r>
              <a:rPr lang="en-CA" sz="2000" spc="-5" noProof="0" dirty="0">
                <a:solidFill>
                  <a:srgbClr val="221F1F"/>
                </a:solidFill>
                <a:latin typeface="Aptos" panose="020B0004020202020204" pitchFamily="34" charset="0"/>
              </a:rPr>
              <a:t>Geographic Distribution of Coastal </a:t>
            </a:r>
          </a:p>
          <a:p>
            <a:pPr marL="12700" marR="5080" algn="r">
              <a:lnSpc>
                <a:spcPct val="100000"/>
              </a:lnSpc>
              <a:spcBef>
                <a:spcPts val="100"/>
              </a:spcBef>
            </a:pPr>
            <a:r>
              <a:rPr lang="en-CA" sz="2000" spc="-5" noProof="0" dirty="0">
                <a:solidFill>
                  <a:srgbClr val="221F1F"/>
                </a:solidFill>
                <a:latin typeface="Aptos" panose="020B0004020202020204" pitchFamily="34" charset="0"/>
              </a:rPr>
              <a:t>British Columbia Earthquakes (2014-2023), </a:t>
            </a:r>
          </a:p>
          <a:p>
            <a:pPr marL="12700" marR="5080" algn="r">
              <a:lnSpc>
                <a:spcPct val="100000"/>
              </a:lnSpc>
              <a:spcBef>
                <a:spcPts val="100"/>
              </a:spcBef>
            </a:pPr>
            <a:r>
              <a:rPr lang="en-CA" sz="2000" spc="-5" noProof="0" dirty="0">
                <a:solidFill>
                  <a:srgbClr val="221F1F"/>
                </a:solidFill>
                <a:latin typeface="Aptos" panose="020B0004020202020204" pitchFamily="34" charset="0"/>
              </a:rPr>
              <a:t>Tegart, Ashley (2024)</a:t>
            </a:r>
            <a:r>
              <a:rPr lang="en-CA" sz="2000" spc="-5" noProof="0" dirty="0">
                <a:solidFill>
                  <a:srgbClr val="221F1F"/>
                </a:solidFill>
              </a:rPr>
              <a:t>.</a:t>
            </a: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C260DE92-C42A-729D-1FDD-F21586615CEE}"/>
              </a:ext>
            </a:extLst>
          </p:cNvPr>
          <p:cNvSpPr txBox="1"/>
          <p:nvPr/>
        </p:nvSpPr>
        <p:spPr>
          <a:xfrm>
            <a:off x="14214748" y="3596737"/>
            <a:ext cx="4430474" cy="3944670"/>
          </a:xfrm>
          <a:prstGeom prst="rect">
            <a:avLst/>
          </a:prstGeom>
          <a:noFill/>
        </p:spPr>
        <p:txBody>
          <a:bodyPr vert="horz" wrap="square" lIns="0" tIns="5080" rIns="0" bIns="0" rtlCol="0">
            <a:spAutoFit/>
          </a:bodyPr>
          <a:lstStyle/>
          <a:p>
            <a:pPr marL="12700" marR="142875" algn="ctr">
              <a:lnSpc>
                <a:spcPct val="100000"/>
              </a:lnSpc>
            </a:pPr>
            <a:r>
              <a:rPr lang="en-CA" sz="3200" u="sng" dirty="0">
                <a:latin typeface="Aptos" panose="020B0004020202020204" pitchFamily="34" charset="0"/>
                <a:cs typeface="Times New Roman"/>
              </a:rPr>
              <a:t>Concentration</a:t>
            </a:r>
            <a:endParaRPr lang="en-CA" sz="3200" dirty="0">
              <a:latin typeface="Aptos" panose="020B0004020202020204" pitchFamily="34" charset="0"/>
              <a:cs typeface="Times New Roman"/>
            </a:endParaRPr>
          </a:p>
          <a:p>
            <a:pPr marL="12700" marR="142875" algn="ctr">
              <a:lnSpc>
                <a:spcPct val="100000"/>
              </a:lnSpc>
            </a:pPr>
            <a:r>
              <a:rPr lang="en-CA" sz="3200" dirty="0">
                <a:latin typeface="Aptos" panose="020B0004020202020204" pitchFamily="34" charset="0"/>
                <a:cs typeface="Times New Roman"/>
              </a:rPr>
              <a:t>Queen Charlotte Fault</a:t>
            </a:r>
          </a:p>
          <a:p>
            <a:pPr marL="12700" marR="142875" algn="ctr">
              <a:lnSpc>
                <a:spcPct val="100000"/>
              </a:lnSpc>
            </a:pPr>
            <a:endParaRPr lang="en-CA" sz="3200" dirty="0">
              <a:latin typeface="Aptos" panose="020B0004020202020204" pitchFamily="34" charset="0"/>
              <a:cs typeface="Times New Roman"/>
            </a:endParaRPr>
          </a:p>
          <a:p>
            <a:pPr marL="12700" marR="142875" algn="ctr">
              <a:lnSpc>
                <a:spcPct val="100000"/>
              </a:lnSpc>
            </a:pPr>
            <a:r>
              <a:rPr lang="en-CA" sz="3200" u="sng" dirty="0">
                <a:latin typeface="Aptos" panose="020B0004020202020204" pitchFamily="34" charset="0"/>
                <a:cs typeface="Times New Roman"/>
              </a:rPr>
              <a:t>(h) Extend NW</a:t>
            </a:r>
            <a:br>
              <a:rPr lang="en-CA" sz="3200" dirty="0">
                <a:latin typeface="Aptos" panose="020B0004020202020204" pitchFamily="34" charset="0"/>
                <a:cs typeface="Times New Roman"/>
              </a:rPr>
            </a:br>
            <a:r>
              <a:rPr lang="en-CA" sz="3200" dirty="0">
                <a:latin typeface="Aptos" panose="020B0004020202020204" pitchFamily="34" charset="0"/>
                <a:cs typeface="Times New Roman"/>
              </a:rPr>
              <a:t>May-Aug</a:t>
            </a:r>
          </a:p>
          <a:p>
            <a:pPr marL="12700" marR="142875" algn="ctr">
              <a:lnSpc>
                <a:spcPct val="100000"/>
              </a:lnSpc>
            </a:pPr>
            <a:endParaRPr lang="en-CA" sz="3200" dirty="0">
              <a:latin typeface="Aptos" panose="020B0004020202020204" pitchFamily="34" charset="0"/>
              <a:cs typeface="Times New Roman"/>
            </a:endParaRPr>
          </a:p>
          <a:p>
            <a:pPr marL="12700" marR="142875" algn="ctr">
              <a:lnSpc>
                <a:spcPct val="100000"/>
              </a:lnSpc>
            </a:pPr>
            <a:r>
              <a:rPr lang="en-CA" sz="3200" u="sng" dirty="0">
                <a:latin typeface="Aptos" panose="020B0004020202020204" pitchFamily="34" charset="0"/>
                <a:cs typeface="Times New Roman"/>
              </a:rPr>
              <a:t>(w) Extend</a:t>
            </a:r>
          </a:p>
          <a:p>
            <a:pPr marL="12700" marR="142875" algn="ctr">
              <a:lnSpc>
                <a:spcPct val="100000"/>
              </a:lnSpc>
            </a:pPr>
            <a:r>
              <a:rPr lang="en-CA" sz="3200" dirty="0">
                <a:latin typeface="Aptos" panose="020B0004020202020204" pitchFamily="34" charset="0"/>
                <a:cs typeface="Times New Roman"/>
              </a:rPr>
              <a:t>November</a:t>
            </a:r>
          </a:p>
        </p:txBody>
      </p:sp>
    </p:spTree>
    <p:extLst>
      <p:ext uri="{BB962C8B-B14F-4D97-AF65-F5344CB8AC3E}">
        <p14:creationId xmlns:p14="http://schemas.microsoft.com/office/powerpoint/2010/main" val="1279036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E9DC037C-C731-4D52-835A-5765F8A4FBF2}"/>
              </a:ext>
            </a:extLst>
          </p:cNvPr>
          <p:cNvGrpSpPr/>
          <p:nvPr/>
        </p:nvGrpSpPr>
        <p:grpSpPr>
          <a:xfrm>
            <a:off x="0" y="546100"/>
            <a:ext cx="12019756" cy="1143000"/>
            <a:chOff x="-3847425" y="8642689"/>
            <a:chExt cx="7908450" cy="439424"/>
          </a:xfrm>
          <a:solidFill>
            <a:srgbClr val="FFA100"/>
          </a:solidFill>
        </p:grpSpPr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FAC1F606-62F6-4305-800B-EF4BDCC04BC6}"/>
                </a:ext>
              </a:extLst>
            </p:cNvPr>
            <p:cNvSpPr/>
            <p:nvPr/>
          </p:nvSpPr>
          <p:spPr>
            <a:xfrm>
              <a:off x="-3847425" y="8642693"/>
              <a:ext cx="7692351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lang="en-CA" noProof="0" dirty="0"/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DE9D9B32-EA9E-452A-AFED-2BFD37C8107A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lang="en-CA" noProof="0" dirty="0"/>
            </a:p>
          </p:txBody>
        </p:sp>
      </p:grpSp>
      <p:sp>
        <p:nvSpPr>
          <p:cNvPr id="2" name="object 26">
            <a:extLst>
              <a:ext uri="{FF2B5EF4-FFF2-40B4-BE49-F238E27FC236}">
                <a16:creationId xmlns:a16="http://schemas.microsoft.com/office/drawing/2014/main" id="{ACDBBB7F-238D-1AF9-3A88-C15400116C73}"/>
              </a:ext>
            </a:extLst>
          </p:cNvPr>
          <p:cNvSpPr txBox="1"/>
          <p:nvPr/>
        </p:nvSpPr>
        <p:spPr>
          <a:xfrm>
            <a:off x="496444" y="706780"/>
            <a:ext cx="1085545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CA" sz="4800" spc="-30" noProof="0" dirty="0">
                <a:solidFill>
                  <a:srgbClr val="FFFFFF"/>
                </a:solidFill>
                <a:latin typeface="Aptos" panose="020B0004020202020204" pitchFamily="34" charset="0"/>
                <a:cs typeface="Source Sans Pro Light"/>
              </a:rPr>
              <a:t>Influenced by Temperature…? </a:t>
            </a:r>
            <a:endParaRPr lang="en-CA" sz="2800" noProof="0" dirty="0">
              <a:latin typeface="Aptos" panose="020B0004020202020204" pitchFamily="34" charset="0"/>
              <a:cs typeface="Source Sans Pro Light"/>
            </a:endParaRPr>
          </a:p>
        </p:txBody>
      </p:sp>
      <p:sp>
        <p:nvSpPr>
          <p:cNvPr id="4" name="object 10">
            <a:extLst>
              <a:ext uri="{FF2B5EF4-FFF2-40B4-BE49-F238E27FC236}">
                <a16:creationId xmlns:a16="http://schemas.microsoft.com/office/drawing/2014/main" id="{F43581C9-BB67-E1BA-C6E3-7B0F143E6FF2}"/>
              </a:ext>
            </a:extLst>
          </p:cNvPr>
          <p:cNvSpPr txBox="1"/>
          <p:nvPr/>
        </p:nvSpPr>
        <p:spPr>
          <a:xfrm>
            <a:off x="720180" y="3186794"/>
            <a:ext cx="5743629" cy="5975995"/>
          </a:xfrm>
          <a:prstGeom prst="rect">
            <a:avLst/>
          </a:prstGeom>
          <a:noFill/>
        </p:spPr>
        <p:txBody>
          <a:bodyPr vert="horz" wrap="square" lIns="0" tIns="5080" rIns="0" bIns="0" rtlCol="0">
            <a:spAutoFit/>
          </a:bodyPr>
          <a:lstStyle/>
          <a:p>
            <a:pPr marL="12700" marR="142875" algn="ctr">
              <a:lnSpc>
                <a:spcPct val="100000"/>
              </a:lnSpc>
            </a:pPr>
            <a:r>
              <a:rPr lang="en-CA" sz="3200" u="sng" dirty="0">
                <a:latin typeface="Aptos" panose="020B0004020202020204" pitchFamily="34" charset="0"/>
                <a:cs typeface="Times New Roman"/>
              </a:rPr>
              <a:t>ERA5 Daily Aggregates</a:t>
            </a:r>
          </a:p>
          <a:p>
            <a:pPr marL="12700" marR="142875" algn="ctr">
              <a:lnSpc>
                <a:spcPct val="100000"/>
              </a:lnSpc>
            </a:pPr>
            <a:r>
              <a:rPr lang="en-CA" sz="2800" dirty="0">
                <a:latin typeface="Aptos" panose="020B0004020202020204" pitchFamily="34" charset="0"/>
                <a:cs typeface="Times New Roman"/>
              </a:rPr>
              <a:t>Climate Reanalysis</a:t>
            </a:r>
          </a:p>
          <a:p>
            <a:pPr marL="12700" marR="142875" algn="ctr">
              <a:lnSpc>
                <a:spcPct val="100000"/>
              </a:lnSpc>
            </a:pPr>
            <a:r>
              <a:rPr lang="en-CA" sz="2800" dirty="0">
                <a:latin typeface="Aptos" panose="020B0004020202020204" pitchFamily="34" charset="0"/>
                <a:cs typeface="Times New Roman"/>
              </a:rPr>
              <a:t>mean 2m surface temperature</a:t>
            </a:r>
          </a:p>
          <a:p>
            <a:pPr marL="12700" marR="142875" algn="ctr">
              <a:lnSpc>
                <a:spcPct val="100000"/>
              </a:lnSpc>
            </a:pPr>
            <a:endParaRPr lang="en-CA" sz="3200" dirty="0">
              <a:latin typeface="Aptos" panose="020B0004020202020204" pitchFamily="34" charset="0"/>
              <a:cs typeface="Times New Roman"/>
            </a:endParaRPr>
          </a:p>
          <a:p>
            <a:pPr marL="12700" marR="142875" algn="ctr">
              <a:lnSpc>
                <a:spcPct val="100000"/>
              </a:lnSpc>
            </a:pPr>
            <a:r>
              <a:rPr lang="en-CA" sz="3200" u="sng" dirty="0">
                <a:latin typeface="Aptos" panose="020B0004020202020204" pitchFamily="34" charset="0"/>
                <a:cs typeface="Times New Roman"/>
              </a:rPr>
              <a:t>2018</a:t>
            </a:r>
            <a:br>
              <a:rPr lang="en-CA" sz="3200" dirty="0">
                <a:latin typeface="Aptos" panose="020B0004020202020204" pitchFamily="34" charset="0"/>
                <a:cs typeface="Times New Roman"/>
              </a:rPr>
            </a:br>
            <a:r>
              <a:rPr lang="en-CA" sz="2800" dirty="0">
                <a:latin typeface="Aptos" panose="020B0004020202020204" pitchFamily="34" charset="0"/>
                <a:cs typeface="Times New Roman"/>
              </a:rPr>
              <a:t>Avg count (449/465.8)</a:t>
            </a:r>
          </a:p>
          <a:p>
            <a:pPr marL="12700" marR="142875" algn="ctr">
              <a:lnSpc>
                <a:spcPct val="100000"/>
              </a:lnSpc>
            </a:pPr>
            <a:r>
              <a:rPr lang="en-CA" sz="2800" dirty="0">
                <a:latin typeface="Aptos" panose="020B0004020202020204" pitchFamily="34" charset="0"/>
                <a:cs typeface="Times New Roman"/>
              </a:rPr>
              <a:t>Avg mean Mag (3.5/3.4)</a:t>
            </a:r>
          </a:p>
          <a:p>
            <a:pPr marL="12700" marR="142875" algn="ctr">
              <a:lnSpc>
                <a:spcPct val="100000"/>
              </a:lnSpc>
            </a:pPr>
            <a:r>
              <a:rPr lang="en-CA" sz="2800" dirty="0">
                <a:latin typeface="Aptos" panose="020B0004020202020204" pitchFamily="34" charset="0"/>
                <a:cs typeface="Times New Roman"/>
              </a:rPr>
              <a:t>Max Mag (6.5)</a:t>
            </a:r>
          </a:p>
          <a:p>
            <a:pPr marL="12700" marR="142875" algn="ctr">
              <a:lnSpc>
                <a:spcPct val="100000"/>
              </a:lnSpc>
            </a:pPr>
            <a:r>
              <a:rPr lang="en-CA" sz="2800" dirty="0">
                <a:latin typeface="Aptos" panose="020B0004020202020204" pitchFamily="34" charset="0"/>
                <a:cs typeface="Times New Roman"/>
              </a:rPr>
              <a:t>Avg mean depth (9.92/9.55)</a:t>
            </a:r>
          </a:p>
          <a:p>
            <a:pPr marL="12700" marR="142875" algn="ctr">
              <a:lnSpc>
                <a:spcPct val="100000"/>
              </a:lnSpc>
            </a:pPr>
            <a:r>
              <a:rPr lang="en-CA" sz="2800" dirty="0">
                <a:latin typeface="Aptos" panose="020B0004020202020204" pitchFamily="34" charset="0"/>
                <a:cs typeface="Times New Roman"/>
              </a:rPr>
              <a:t>2</a:t>
            </a:r>
            <a:r>
              <a:rPr lang="en-CA" sz="2800" baseline="30000" dirty="0">
                <a:latin typeface="Aptos" panose="020B0004020202020204" pitchFamily="34" charset="0"/>
                <a:cs typeface="Times New Roman"/>
              </a:rPr>
              <a:t>nd</a:t>
            </a:r>
            <a:r>
              <a:rPr lang="en-CA" sz="2800" dirty="0">
                <a:latin typeface="Aptos" panose="020B0004020202020204" pitchFamily="34" charset="0"/>
                <a:cs typeface="Times New Roman"/>
              </a:rPr>
              <a:t> lowest depth (39.32)</a:t>
            </a:r>
          </a:p>
          <a:p>
            <a:pPr marL="12700" marR="142875" algn="ctr">
              <a:lnSpc>
                <a:spcPct val="100000"/>
              </a:lnSpc>
            </a:pPr>
            <a:endParaRPr lang="en-CA" sz="3200" dirty="0">
              <a:latin typeface="Aptos" panose="020B0004020202020204" pitchFamily="34" charset="0"/>
              <a:cs typeface="Times New Roman"/>
            </a:endParaRPr>
          </a:p>
          <a:p>
            <a:pPr marL="12700" marR="142875" algn="ctr">
              <a:lnSpc>
                <a:spcPct val="100000"/>
              </a:lnSpc>
            </a:pPr>
            <a:r>
              <a:rPr lang="en-CA" sz="3200" u="sng" dirty="0">
                <a:latin typeface="Aptos" panose="020B0004020202020204" pitchFamily="34" charset="0"/>
                <a:cs typeface="Times New Roman"/>
              </a:rPr>
              <a:t>Peak 2M_ST</a:t>
            </a:r>
          </a:p>
          <a:p>
            <a:pPr marL="12700" marR="142875" algn="ctr">
              <a:lnSpc>
                <a:spcPct val="100000"/>
              </a:lnSpc>
            </a:pPr>
            <a:r>
              <a:rPr lang="en-CA" sz="2800" dirty="0">
                <a:latin typeface="Aptos" panose="020B0004020202020204" pitchFamily="34" charset="0"/>
                <a:cs typeface="Times New Roman"/>
              </a:rPr>
              <a:t>August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63A64F-AB6D-4E34-EABD-40E321BB3B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85825" y="2229023"/>
            <a:ext cx="11708378" cy="6984776"/>
          </a:xfrm>
          <a:prstGeom prst="rect">
            <a:avLst/>
          </a:prstGeom>
          <a:solidFill>
            <a:schemeClr val="bg1"/>
          </a:solidFill>
          <a:ln w="28575">
            <a:solidFill>
              <a:srgbClr val="FF8200"/>
            </a:solidFill>
          </a:ln>
        </p:spPr>
      </p:pic>
      <p:sp>
        <p:nvSpPr>
          <p:cNvPr id="7" name="object 10">
            <a:extLst>
              <a:ext uri="{FF2B5EF4-FFF2-40B4-BE49-F238E27FC236}">
                <a16:creationId xmlns:a16="http://schemas.microsoft.com/office/drawing/2014/main" id="{42945015-B9CD-EB19-3184-A624A773C6A0}"/>
              </a:ext>
            </a:extLst>
          </p:cNvPr>
          <p:cNvSpPr txBox="1"/>
          <p:nvPr/>
        </p:nvSpPr>
        <p:spPr>
          <a:xfrm>
            <a:off x="9487976" y="9753743"/>
            <a:ext cx="9217023" cy="633507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algn="r">
              <a:lnSpc>
                <a:spcPct val="100000"/>
              </a:lnSpc>
              <a:spcBef>
                <a:spcPts val="100"/>
              </a:spcBef>
            </a:pPr>
            <a:r>
              <a:rPr lang="en-CA" sz="2000" spc="-5" noProof="0" dirty="0">
                <a:solidFill>
                  <a:srgbClr val="221F1F"/>
                </a:solidFill>
                <a:latin typeface="Aptos" panose="020B0004020202020204" pitchFamily="34" charset="0"/>
              </a:rPr>
              <a:t> 2014- 2023 Coastal British Columbia </a:t>
            </a:r>
          </a:p>
          <a:p>
            <a:pPr marL="12700" marR="5080" algn="r">
              <a:lnSpc>
                <a:spcPct val="100000"/>
              </a:lnSpc>
              <a:spcBef>
                <a:spcPts val="100"/>
              </a:spcBef>
            </a:pPr>
            <a:r>
              <a:rPr lang="en-CA" sz="2000" spc="-5" noProof="0" dirty="0">
                <a:solidFill>
                  <a:srgbClr val="221F1F"/>
                </a:solidFill>
                <a:latin typeface="Aptos" panose="020B0004020202020204" pitchFamily="34" charset="0"/>
              </a:rPr>
              <a:t>Earthquake Frequency &amp; Magnitude, Tegart, Ashley (2024)</a:t>
            </a:r>
            <a:r>
              <a:rPr lang="en-CA" sz="2000" spc="-5" noProof="0" dirty="0">
                <a:solidFill>
                  <a:srgbClr val="221F1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1872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D2527-17C7-56FC-97E3-0747B8D22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70F448F5-991F-6D66-3C78-C3FB319D69C0}"/>
              </a:ext>
            </a:extLst>
          </p:cNvPr>
          <p:cNvGrpSpPr/>
          <p:nvPr/>
        </p:nvGrpSpPr>
        <p:grpSpPr>
          <a:xfrm>
            <a:off x="0" y="306140"/>
            <a:ext cx="13825636" cy="1143000"/>
            <a:chOff x="564554" y="8642689"/>
            <a:chExt cx="3496471" cy="439424"/>
          </a:xfrm>
          <a:solidFill>
            <a:srgbClr val="FFA100"/>
          </a:solidFill>
        </p:grpSpPr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7395D967-8DBB-4FED-5CAE-B0CAB1CC50C4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lang="en-CA" noProof="0" dirty="0"/>
            </a:p>
          </p:txBody>
        </p:sp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E52D7E3A-C3F7-15EC-E47E-857EE3B04000}"/>
                </a:ext>
              </a:extLst>
            </p:cNvPr>
            <p:cNvSpPr/>
            <p:nvPr/>
          </p:nvSpPr>
          <p:spPr>
            <a:xfrm>
              <a:off x="564554" y="8642693"/>
              <a:ext cx="3280372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lang="en-CA" noProof="0" dirty="0"/>
            </a:p>
          </p:txBody>
        </p:sp>
      </p:grpSp>
      <p:sp>
        <p:nvSpPr>
          <p:cNvPr id="4" name="object 26">
            <a:extLst>
              <a:ext uri="{FF2B5EF4-FFF2-40B4-BE49-F238E27FC236}">
                <a16:creationId xmlns:a16="http://schemas.microsoft.com/office/drawing/2014/main" id="{AE5B86A3-326E-8E79-67AB-AE70CCA59FF7}"/>
              </a:ext>
            </a:extLst>
          </p:cNvPr>
          <p:cNvSpPr txBox="1"/>
          <p:nvPr/>
        </p:nvSpPr>
        <p:spPr>
          <a:xfrm>
            <a:off x="343628" y="490756"/>
            <a:ext cx="15858272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CA" sz="4800" spc="-30" noProof="0" dirty="0">
                <a:solidFill>
                  <a:srgbClr val="FFFFFF"/>
                </a:solidFill>
                <a:latin typeface="Aptos" panose="020B0004020202020204" pitchFamily="34" charset="0"/>
                <a:cs typeface="Source Sans Pro Light"/>
              </a:rPr>
              <a:t>2018 Sample Aggregate </a:t>
            </a:r>
            <a:endParaRPr lang="en-CA" sz="2800" noProof="0" dirty="0">
              <a:latin typeface="Aptos" panose="020B0004020202020204" pitchFamily="34" charset="0"/>
              <a:cs typeface="Source Sans Pro Light"/>
            </a:endParaRPr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8B67CFC3-8406-EA7B-3291-047AEAE0A3DE}"/>
              </a:ext>
            </a:extLst>
          </p:cNvPr>
          <p:cNvSpPr txBox="1"/>
          <p:nvPr/>
        </p:nvSpPr>
        <p:spPr>
          <a:xfrm>
            <a:off x="9487976" y="9753743"/>
            <a:ext cx="9217023" cy="633507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algn="r">
              <a:lnSpc>
                <a:spcPct val="100000"/>
              </a:lnSpc>
              <a:spcBef>
                <a:spcPts val="100"/>
              </a:spcBef>
            </a:pPr>
            <a:r>
              <a:rPr lang="en-CA" sz="2000" spc="-5" noProof="0" dirty="0">
                <a:solidFill>
                  <a:srgbClr val="221F1F"/>
                </a:solidFill>
                <a:latin typeface="Aptos" panose="020B0004020202020204" pitchFamily="34" charset="0"/>
              </a:rPr>
              <a:t>2018 Coastal British Columbia </a:t>
            </a:r>
          </a:p>
          <a:p>
            <a:pPr marL="12700" marR="5080" algn="r">
              <a:lnSpc>
                <a:spcPct val="100000"/>
              </a:lnSpc>
              <a:spcBef>
                <a:spcPts val="100"/>
              </a:spcBef>
            </a:pPr>
            <a:r>
              <a:rPr lang="en-CA" sz="2000" spc="-5" noProof="0" dirty="0">
                <a:solidFill>
                  <a:srgbClr val="221F1F"/>
                </a:solidFill>
                <a:latin typeface="Aptos" panose="020B0004020202020204" pitchFamily="34" charset="0"/>
              </a:rPr>
              <a:t>Earthquake variables comparison, Tegart, Ashley (2024)</a:t>
            </a:r>
            <a:r>
              <a:rPr lang="en-CA" sz="2000" spc="-5" noProof="0" dirty="0">
                <a:solidFill>
                  <a:srgbClr val="221F1F"/>
                </a:solidFill>
              </a:rPr>
              <a:t>.</a:t>
            </a:r>
          </a:p>
        </p:txBody>
      </p:sp>
      <p:pic>
        <p:nvPicPr>
          <p:cNvPr id="11" name="Picture 10" descr="A graph with lines and numbers&#10;&#10;Description automatically generated with medium confidence">
            <a:extLst>
              <a:ext uri="{FF2B5EF4-FFF2-40B4-BE49-F238E27FC236}">
                <a16:creationId xmlns:a16="http://schemas.microsoft.com/office/drawing/2014/main" id="{739DA107-A553-50FD-F890-3757E2A37D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786" y="1636876"/>
            <a:ext cx="15938380" cy="7969190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2021584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E9DC037C-C731-4D52-835A-5765F8A4FBF2}"/>
              </a:ext>
            </a:extLst>
          </p:cNvPr>
          <p:cNvGrpSpPr/>
          <p:nvPr/>
        </p:nvGrpSpPr>
        <p:grpSpPr>
          <a:xfrm>
            <a:off x="1" y="546100"/>
            <a:ext cx="9886156" cy="828000"/>
            <a:chOff x="-776065" y="8642689"/>
            <a:chExt cx="4837090" cy="439424"/>
          </a:xfrm>
          <a:solidFill>
            <a:srgbClr val="FF8200"/>
          </a:solidFill>
        </p:grpSpPr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FAC1F606-62F6-4305-800B-EF4BDCC04BC6}"/>
                </a:ext>
              </a:extLst>
            </p:cNvPr>
            <p:cNvSpPr/>
            <p:nvPr/>
          </p:nvSpPr>
          <p:spPr>
            <a:xfrm>
              <a:off x="-776065" y="8642693"/>
              <a:ext cx="4620991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lang="en-CA" noProof="0" dirty="0"/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DE9D9B32-EA9E-452A-AFED-2BFD37C8107A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lang="en-CA" noProof="0" dirty="0"/>
            </a:p>
          </p:txBody>
        </p:sp>
      </p:grpSp>
      <p:sp>
        <p:nvSpPr>
          <p:cNvPr id="12" name="object 10">
            <a:extLst>
              <a:ext uri="{FF2B5EF4-FFF2-40B4-BE49-F238E27FC236}">
                <a16:creationId xmlns:a16="http://schemas.microsoft.com/office/drawing/2014/main" id="{4B00ADBE-6249-46EB-B9DA-3742A4C1861C}"/>
              </a:ext>
            </a:extLst>
          </p:cNvPr>
          <p:cNvSpPr txBox="1"/>
          <p:nvPr/>
        </p:nvSpPr>
        <p:spPr>
          <a:xfrm>
            <a:off x="1047750" y="1689100"/>
            <a:ext cx="14705806" cy="748153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endParaRPr lang="en-CA" sz="3200" noProof="0" dirty="0">
              <a:latin typeface="Aptos" panose="020B0004020202020204" pitchFamily="34" charset="0"/>
              <a:cs typeface="Source Sans Pro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CA" sz="3200" i="0" dirty="0" err="1">
                <a:effectLst/>
                <a:latin typeface="Aptos" panose="020B0004020202020204" pitchFamily="34" charset="0"/>
              </a:rPr>
              <a:t>Colab</a:t>
            </a:r>
            <a:r>
              <a:rPr lang="en-CA" sz="3200" i="0" dirty="0">
                <a:effectLst/>
                <a:latin typeface="Aptos" panose="020B0004020202020204" pitchFamily="34" charset="0"/>
              </a:rPr>
              <a:t> (</a:t>
            </a:r>
            <a:r>
              <a:rPr lang="en-CA" sz="3200" i="0" dirty="0" err="1">
                <a:effectLst/>
                <a:latin typeface="Aptos" panose="020B0004020202020204" pitchFamily="34" charset="0"/>
              </a:rPr>
              <a:t>Julyter</a:t>
            </a:r>
            <a:r>
              <a:rPr lang="en-CA" sz="3200" i="0" dirty="0">
                <a:effectLst/>
                <a:latin typeface="Aptos" panose="020B0004020202020204" pitchFamily="34" charset="0"/>
              </a:rPr>
              <a:t>) notebook: </a:t>
            </a:r>
            <a:r>
              <a:rPr lang="en-CA" sz="3200" i="0" u="sng" dirty="0">
                <a:effectLst/>
                <a:latin typeface="Aptos" panose="020B0004020202020204" pitchFamily="34" charset="0"/>
                <a:hlinkClick r:id="rId2"/>
              </a:rPr>
              <a:t>link</a:t>
            </a:r>
            <a:endParaRPr lang="en-CA" sz="3200" noProof="0" dirty="0">
              <a:latin typeface="Aptos" panose="020B0004020202020204" pitchFamily="34" charset="0"/>
              <a:cs typeface="Source Sans Pro Light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CA" sz="3200" noProof="0" dirty="0">
                <a:latin typeface="Aptos" panose="020B0004020202020204" pitchFamily="34" charset="0"/>
                <a:cs typeface="Source Sans Pro Light"/>
              </a:rPr>
              <a:t>	username: </a:t>
            </a:r>
            <a:r>
              <a:rPr lang="en-CA" sz="3200" dirty="0">
                <a:latin typeface="Aptos" panose="020B0004020202020204" pitchFamily="34" charset="0"/>
                <a:cs typeface="Source Sans Pro Light"/>
              </a:rPr>
              <a:t>a</a:t>
            </a:r>
            <a:r>
              <a:rPr lang="en-CA" sz="3200" noProof="0" dirty="0" err="1">
                <a:latin typeface="Aptos" panose="020B0004020202020204" pitchFamily="34" charset="0"/>
                <a:cs typeface="Source Sans Pro Light"/>
              </a:rPr>
              <a:t>shley.d.tegart</a:t>
            </a:r>
            <a:endParaRPr lang="en-CA" sz="3200" noProof="0" dirty="0">
              <a:latin typeface="Aptos" panose="020B0004020202020204" pitchFamily="34" charset="0"/>
              <a:cs typeface="Source Sans Pro Light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CA" sz="3200" dirty="0">
                <a:latin typeface="Aptos" panose="020B0004020202020204" pitchFamily="34" charset="0"/>
                <a:cs typeface="Source Sans Pro Light"/>
              </a:rPr>
              <a:t>	notebook: </a:t>
            </a:r>
            <a:r>
              <a:rPr lang="en-CA" sz="3200" i="0" dirty="0">
                <a:effectLst/>
                <a:latin typeface="Aptos" panose="020B0004020202020204" pitchFamily="34" charset="0"/>
                <a:hlinkClick r:id="rId2"/>
              </a:rPr>
              <a:t>EQ_Data_2014_2023.ipynb</a:t>
            </a:r>
            <a:endParaRPr lang="en-CA" sz="3200" noProof="0" dirty="0">
              <a:latin typeface="Aptos" panose="020B0004020202020204" pitchFamily="34" charset="0"/>
              <a:cs typeface="Source Sans Pro Light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en-CA" sz="3200" spc="-5" noProof="0" dirty="0">
              <a:solidFill>
                <a:srgbClr val="221F1F"/>
              </a:solidFill>
              <a:latin typeface="Aptos" panose="020B0004020202020204" pitchFamily="34" charset="0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CA" sz="3200" spc="-5" dirty="0">
                <a:solidFill>
                  <a:srgbClr val="221F1F"/>
                </a:solidFill>
                <a:latin typeface="Aptos" panose="020B0004020202020204" pitchFamily="34" charset="0"/>
              </a:rPr>
              <a:t>Preliminary Research: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CA" sz="3200" i="0" u="none" strike="noStrike" spc="-5" baseline="0" noProof="0" dirty="0">
                <a:latin typeface="Aptos" panose="020B0004020202020204" pitchFamily="34" charset="0"/>
              </a:rPr>
              <a:t>- </a:t>
            </a:r>
            <a:r>
              <a:rPr lang="en-US" sz="3200" i="0" dirty="0">
                <a:effectLst/>
                <a:latin typeface="Aptos" panose="020B0004020202020204" pitchFamily="34" charset="0"/>
              </a:rPr>
              <a:t>Brogan, Caroline (June 30, 2020). Study reveals how water in deep Earth triggers earthquakes and volcanic activity, Imperial College London, [summary of Cooper et al.’s article]. Retrieved </a:t>
            </a:r>
            <a:r>
              <a:rPr lang="en-US" sz="3200" i="0" u="sng" dirty="0">
                <a:effectLst/>
                <a:latin typeface="Aptos" panose="020B0004020202020204" pitchFamily="34" charset="0"/>
                <a:hlinkClick r:id="rId3"/>
              </a:rPr>
              <a:t>link</a:t>
            </a:r>
            <a:endParaRPr lang="en-CA" sz="3200" i="0" u="none" strike="noStrike" spc="-5" baseline="0" noProof="0" dirty="0">
              <a:solidFill>
                <a:srgbClr val="221F1F"/>
              </a:solidFill>
              <a:latin typeface="Aptos" panose="020B0004020202020204" pitchFamily="34" charset="0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CA" sz="3200" spc="-5" dirty="0">
                <a:solidFill>
                  <a:srgbClr val="221F1F"/>
                </a:solidFill>
                <a:latin typeface="Aptos" panose="020B0004020202020204" pitchFamily="34" charset="0"/>
              </a:rPr>
              <a:t>- </a:t>
            </a:r>
            <a:r>
              <a:rPr lang="en-CA" sz="3200" i="0" u="none" strike="noStrike" baseline="0" noProof="0" dirty="0">
                <a:solidFill>
                  <a:srgbClr val="000000"/>
                </a:solidFill>
                <a:latin typeface="Aptos" panose="020B0004020202020204" pitchFamily="34" charset="0"/>
              </a:rPr>
              <a:t>Cooper, G.F., Macpherson, C.G., Blundy, J.D. et al. Variable water input controls evolution of the Lesser Antilles volcanic arc. </a:t>
            </a:r>
            <a:r>
              <a:rPr lang="en-CA" sz="3200" i="1" u="none" strike="noStrike" baseline="0" noProof="0" dirty="0">
                <a:solidFill>
                  <a:srgbClr val="000000"/>
                </a:solidFill>
                <a:latin typeface="Aptos" panose="020B0004020202020204" pitchFamily="34" charset="0"/>
              </a:rPr>
              <a:t>Nature </a:t>
            </a:r>
            <a:r>
              <a:rPr lang="en-CA" sz="3200" i="0" u="none" strike="noStrike" baseline="0" noProof="0" dirty="0">
                <a:solidFill>
                  <a:srgbClr val="000000"/>
                </a:solidFill>
                <a:latin typeface="Aptos" panose="020B0004020202020204" pitchFamily="34" charset="0"/>
              </a:rPr>
              <a:t>582, 525–529 (2020). Retrieved</a:t>
            </a:r>
          </a:p>
          <a:p>
            <a:pPr algn="l"/>
            <a:r>
              <a:rPr lang="en-CA" sz="3200" i="0" u="none" strike="noStrike" baseline="0" noProof="0" dirty="0">
                <a:solidFill>
                  <a:srgbClr val="0563C2"/>
                </a:solidFill>
                <a:latin typeface="Aptos" panose="020B0004020202020204" pitchFamily="34" charset="0"/>
                <a:hlinkClick r:id="rId4"/>
              </a:rPr>
              <a:t>https://doi.org/10.1038/s41586-020-2407-5</a:t>
            </a:r>
            <a:endParaRPr lang="en-CA" sz="3200" spc="-5" noProof="0" dirty="0">
              <a:solidFill>
                <a:srgbClr val="221F1F"/>
              </a:solidFill>
              <a:latin typeface="Aptos" panose="020B0004020202020204" pitchFamily="34" charset="0"/>
            </a:endParaRPr>
          </a:p>
          <a:p>
            <a:endParaRPr lang="en-CA" sz="3200" spc="-5" noProof="0" dirty="0">
              <a:solidFill>
                <a:srgbClr val="221F1F"/>
              </a:solidFill>
              <a:latin typeface="Aptos" panose="020B0004020202020204" pitchFamily="34" charset="0"/>
            </a:endParaRPr>
          </a:p>
          <a:p>
            <a:r>
              <a:rPr lang="en-CA" sz="3200" spc="-5" noProof="0" dirty="0">
                <a:solidFill>
                  <a:srgbClr val="221F1F"/>
                </a:solidFill>
                <a:latin typeface="Aptos" panose="020B0004020202020204" pitchFamily="34" charset="0"/>
              </a:rPr>
              <a:t>BC EQ Data</a:t>
            </a:r>
          </a:p>
          <a:p>
            <a:pPr algn="l"/>
            <a:r>
              <a:rPr lang="en-US" sz="3200" spc="-5" noProof="0" dirty="0">
                <a:solidFill>
                  <a:srgbClr val="221F1F"/>
                </a:solidFill>
                <a:latin typeface="Aptos" panose="020B0004020202020204" pitchFamily="34" charset="0"/>
              </a:rPr>
              <a:t>Obtained from </a:t>
            </a:r>
            <a:r>
              <a:rPr lang="en-US" sz="3200" spc="-5" noProof="0" dirty="0">
                <a:solidFill>
                  <a:srgbClr val="221F1F"/>
                </a:solidFill>
                <a:latin typeface="Aptos" panose="020B0004020202020204" pitchFamily="34" charset="0"/>
                <a:hlinkClick r:id="rId5"/>
              </a:rPr>
              <a:t>Natural Resources of Canada Earthquake Database</a:t>
            </a:r>
            <a:endParaRPr lang="en-US" sz="3200" spc="-5" noProof="0" dirty="0">
              <a:solidFill>
                <a:srgbClr val="221F1F"/>
              </a:solidFill>
              <a:latin typeface="Aptos" panose="020B0004020202020204" pitchFamily="34" charset="0"/>
            </a:endParaRPr>
          </a:p>
        </p:txBody>
      </p:sp>
      <p:sp>
        <p:nvSpPr>
          <p:cNvPr id="2" name="object 26">
            <a:extLst>
              <a:ext uri="{FF2B5EF4-FFF2-40B4-BE49-F238E27FC236}">
                <a16:creationId xmlns:a16="http://schemas.microsoft.com/office/drawing/2014/main" id="{DBA0AE7E-DF29-8703-9166-233F2F2C8957}"/>
              </a:ext>
            </a:extLst>
          </p:cNvPr>
          <p:cNvSpPr txBox="1"/>
          <p:nvPr/>
        </p:nvSpPr>
        <p:spPr>
          <a:xfrm>
            <a:off x="432148" y="593266"/>
            <a:ext cx="1085545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CA" sz="4800" spc="-30" noProof="0" dirty="0">
                <a:solidFill>
                  <a:srgbClr val="FFFFFF"/>
                </a:solidFill>
                <a:latin typeface="Aptos" panose="020B0004020202020204" pitchFamily="34" charset="0"/>
                <a:cs typeface="Source Sans Pro Light"/>
              </a:rPr>
              <a:t>Resources</a:t>
            </a:r>
            <a:endParaRPr lang="en-CA" sz="2800" noProof="0" dirty="0">
              <a:latin typeface="Aptos" panose="020B0004020202020204" pitchFamily="34" charset="0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239243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te tectonics - by Lifeliqe.pptx" id="{A2B31BB6-E68F-41B1-B473-B9A4C52B319F}" vid="{C499ABE0-E036-427F-829F-E11A58B38A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Plate tectonics</Template>
  <TotalTime>6015</TotalTime>
  <Words>821</Words>
  <Application>Microsoft Office PowerPoint</Application>
  <PresentationFormat>Custom</PresentationFormat>
  <Paragraphs>154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Ashley Tegart</dc:creator>
  <cp:lastModifiedBy>Ashley Tegart</cp:lastModifiedBy>
  <cp:revision>1</cp:revision>
  <dcterms:created xsi:type="dcterms:W3CDTF">2024-10-08T18:10:47Z</dcterms:created>
  <dcterms:modified xsi:type="dcterms:W3CDTF">2024-10-17T06:10:23Z</dcterms:modified>
</cp:coreProperties>
</file>